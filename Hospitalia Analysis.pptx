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2" r:id="rId1"/>
  </p:sldMasterIdLst>
  <p:sldIdLst>
    <p:sldId id="276" r:id="rId2"/>
    <p:sldId id="257" r:id="rId3"/>
    <p:sldId id="259" r:id="rId4"/>
    <p:sldId id="261" r:id="rId5"/>
    <p:sldId id="262" r:id="rId6"/>
    <p:sldId id="263" r:id="rId7"/>
    <p:sldId id="265" r:id="rId8"/>
    <p:sldId id="267" r:id="rId9"/>
    <p:sldId id="268" r:id="rId10"/>
    <p:sldId id="270" r:id="rId11"/>
    <p:sldId id="274" r:id="rId12"/>
    <p:sldId id="272" r:id="rId13"/>
    <p:sldId id="273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82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image" Target="../media/image14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6.svg"/><Relationship Id="rId1" Type="http://schemas.openxmlformats.org/officeDocument/2006/relationships/image" Target="../media/image18.svg"/><Relationship Id="rId6" Type="http://schemas.openxmlformats.org/officeDocument/2006/relationships/image" Target="../media/image22.svg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svg"/><Relationship Id="rId1" Type="http://schemas.openxmlformats.org/officeDocument/2006/relationships/image" Target="../media/image24.svg"/><Relationship Id="rId4" Type="http://schemas.openxmlformats.org/officeDocument/2006/relationships/image" Target="../media/image27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image" Target="../media/image14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6.svg"/><Relationship Id="rId1" Type="http://schemas.openxmlformats.org/officeDocument/2006/relationships/image" Target="../media/image18.svg"/><Relationship Id="rId6" Type="http://schemas.openxmlformats.org/officeDocument/2006/relationships/image" Target="../media/image22.svg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svg"/><Relationship Id="rId1" Type="http://schemas.openxmlformats.org/officeDocument/2006/relationships/image" Target="../media/image24.svg"/><Relationship Id="rId4" Type="http://schemas.openxmlformats.org/officeDocument/2006/relationships/image" Target="../media/image2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903E59F-1E35-4671-8A17-D843BC33211A}" type="doc">
      <dgm:prSet loTypeId="urn:microsoft.com/office/officeart/2005/8/layout/vList2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DFAF0E5E-C049-4F39-97A9-0979A3C8B23A}">
      <dgm:prSet custT="1"/>
      <dgm:spPr>
        <a:solidFill>
          <a:schemeClr val="bg2"/>
        </a:solidFill>
      </dgm:spPr>
      <dgm:t>
        <a:bodyPr/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>
              <a:latin typeface="Aldhabi" panose="01000000000000000000" pitchFamily="2" charset="-78"/>
              <a:ea typeface="ADLaM Display" panose="02010000000000000000" pitchFamily="2" charset="0"/>
              <a:cs typeface="Aldhabi" panose="01000000000000000000" pitchFamily="2" charset="-78"/>
            </a:rPr>
            <a:t>AMR SHAABAN</a:t>
          </a:r>
          <a:endParaRPr lang="en-US" sz="3600" b="1" kern="1200" dirty="0">
            <a:latin typeface="Aldhabi" panose="01000000000000000000" pitchFamily="2" charset="-78"/>
            <a:ea typeface="ADLaM Display" panose="02010000000000000000" pitchFamily="2" charset="0"/>
            <a:cs typeface="Aldhabi" panose="01000000000000000000" pitchFamily="2" charset="-78"/>
          </a:endParaRPr>
        </a:p>
      </dgm:t>
    </dgm:pt>
    <dgm:pt modelId="{E8590B8B-FB55-4B00-B1A3-BEBCD2FD3D35}" type="parTrans" cxnId="{39D6CD4F-E606-4335-B4D9-F135A966172A}">
      <dgm:prSet/>
      <dgm:spPr/>
      <dgm:t>
        <a:bodyPr/>
        <a:lstStyle/>
        <a:p>
          <a:endParaRPr lang="en-US"/>
        </a:p>
      </dgm:t>
    </dgm:pt>
    <dgm:pt modelId="{77DD6C0E-663E-4919-93D5-3286D3133E95}" type="sibTrans" cxnId="{39D6CD4F-E606-4335-B4D9-F135A966172A}">
      <dgm:prSet/>
      <dgm:spPr/>
      <dgm:t>
        <a:bodyPr/>
        <a:lstStyle/>
        <a:p>
          <a:endParaRPr lang="en-US"/>
        </a:p>
      </dgm:t>
    </dgm:pt>
    <dgm:pt modelId="{E60BDC9B-150A-42ED-A330-9AE91CC6CF23}">
      <dgm:prSet custT="1"/>
      <dgm:spPr>
        <a:solidFill>
          <a:schemeClr val="bg2"/>
        </a:solidFill>
      </dgm:spPr>
      <dgm:t>
        <a:bodyPr/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>
              <a:latin typeface="Aldhabi" panose="01000000000000000000" pitchFamily="2" charset="-78"/>
              <a:ea typeface="ADLaM Display" panose="02010000000000000000" pitchFamily="2" charset="0"/>
              <a:cs typeface="Aldhabi" panose="01000000000000000000" pitchFamily="2" charset="-78"/>
            </a:rPr>
            <a:t>RAWAN MAHMOUD</a:t>
          </a:r>
          <a:endParaRPr lang="en-US" sz="3600" b="1" kern="1200" dirty="0">
            <a:latin typeface="Aldhabi" panose="01000000000000000000" pitchFamily="2" charset="-78"/>
            <a:ea typeface="ADLaM Display" panose="02010000000000000000" pitchFamily="2" charset="0"/>
            <a:cs typeface="Aldhabi" panose="01000000000000000000" pitchFamily="2" charset="-78"/>
          </a:endParaRPr>
        </a:p>
      </dgm:t>
    </dgm:pt>
    <dgm:pt modelId="{5CBD8B5A-5DE4-4D0C-902D-26AFEFD39A8C}" type="parTrans" cxnId="{5CA4938A-52C4-44E5-9619-4E05A472E22F}">
      <dgm:prSet/>
      <dgm:spPr/>
      <dgm:t>
        <a:bodyPr/>
        <a:lstStyle/>
        <a:p>
          <a:endParaRPr lang="en-US"/>
        </a:p>
      </dgm:t>
    </dgm:pt>
    <dgm:pt modelId="{6CDA76E1-7685-4310-A175-0FB54D96CE00}" type="sibTrans" cxnId="{5CA4938A-52C4-44E5-9619-4E05A472E22F}">
      <dgm:prSet/>
      <dgm:spPr/>
      <dgm:t>
        <a:bodyPr/>
        <a:lstStyle/>
        <a:p>
          <a:endParaRPr lang="en-US"/>
        </a:p>
      </dgm:t>
    </dgm:pt>
    <dgm:pt modelId="{E3EBFA9A-74F0-47E7-BC17-1E88412E7569}">
      <dgm:prSet custT="1"/>
      <dgm:spPr>
        <a:solidFill>
          <a:schemeClr val="bg2"/>
        </a:solidFill>
      </dgm:spPr>
      <dgm:t>
        <a:bodyPr/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>
              <a:latin typeface="Aldhabi" panose="01000000000000000000" pitchFamily="2" charset="-78"/>
              <a:ea typeface="ADLaM Display" panose="02010000000000000000" pitchFamily="2" charset="0"/>
              <a:cs typeface="Aldhabi" panose="01000000000000000000" pitchFamily="2" charset="-78"/>
            </a:rPr>
            <a:t>OMNIA MAGDY</a:t>
          </a:r>
          <a:endParaRPr lang="en-US" sz="3600" b="1" kern="1200" dirty="0">
            <a:latin typeface="Aldhabi" panose="01000000000000000000" pitchFamily="2" charset="-78"/>
            <a:ea typeface="ADLaM Display" panose="02010000000000000000" pitchFamily="2" charset="0"/>
            <a:cs typeface="Aldhabi" panose="01000000000000000000" pitchFamily="2" charset="-78"/>
          </a:endParaRPr>
        </a:p>
      </dgm:t>
    </dgm:pt>
    <dgm:pt modelId="{860E956C-A81E-402F-ACDB-2B323C1B247F}" type="parTrans" cxnId="{03A49779-9BF0-4F2A-B672-2CE01560F40E}">
      <dgm:prSet/>
      <dgm:spPr/>
      <dgm:t>
        <a:bodyPr/>
        <a:lstStyle/>
        <a:p>
          <a:endParaRPr lang="en-US"/>
        </a:p>
      </dgm:t>
    </dgm:pt>
    <dgm:pt modelId="{0B12D138-8326-4E4F-8D50-24EF14A93C11}" type="sibTrans" cxnId="{03A49779-9BF0-4F2A-B672-2CE01560F40E}">
      <dgm:prSet/>
      <dgm:spPr/>
      <dgm:t>
        <a:bodyPr/>
        <a:lstStyle/>
        <a:p>
          <a:endParaRPr lang="en-US"/>
        </a:p>
      </dgm:t>
    </dgm:pt>
    <dgm:pt modelId="{C5ABDA29-642A-4365-91B2-2A4EEF8BBF77}">
      <dgm:prSet custT="1"/>
      <dgm:spPr>
        <a:solidFill>
          <a:schemeClr val="bg2"/>
        </a:solidFill>
      </dgm:spPr>
      <dgm:t>
        <a:bodyPr/>
        <a:lstStyle/>
        <a:p>
          <a:pPr marL="0" lvl="0" indent="0" defTabSz="1111250"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>
              <a:latin typeface="Aldhabi" panose="01000000000000000000" pitchFamily="2" charset="-78"/>
              <a:ea typeface="ADLaM Display" panose="02010000000000000000" pitchFamily="2" charset="0"/>
              <a:cs typeface="Aldhabi" panose="01000000000000000000" pitchFamily="2" charset="-78"/>
            </a:rPr>
            <a:t>MOSTAFA SAMIR</a:t>
          </a:r>
          <a:endParaRPr lang="en-US" sz="3200" b="1" kern="1200" dirty="0">
            <a:latin typeface="Aldhabi" panose="01000000000000000000" pitchFamily="2" charset="-78"/>
            <a:ea typeface="ADLaM Display" panose="02010000000000000000" pitchFamily="2" charset="0"/>
            <a:cs typeface="Aldhabi" panose="01000000000000000000" pitchFamily="2" charset="-78"/>
          </a:endParaRPr>
        </a:p>
      </dgm:t>
    </dgm:pt>
    <dgm:pt modelId="{11130CD7-3658-482C-BDBC-37108F1FA19A}" type="parTrans" cxnId="{51508D29-A128-400B-A1CC-495D7C5D77CC}">
      <dgm:prSet/>
      <dgm:spPr/>
      <dgm:t>
        <a:bodyPr/>
        <a:lstStyle/>
        <a:p>
          <a:endParaRPr lang="en-US"/>
        </a:p>
      </dgm:t>
    </dgm:pt>
    <dgm:pt modelId="{C33A9821-5775-43F2-AC19-61F5A9E44D1A}" type="sibTrans" cxnId="{51508D29-A128-400B-A1CC-495D7C5D77CC}">
      <dgm:prSet/>
      <dgm:spPr/>
      <dgm:t>
        <a:bodyPr/>
        <a:lstStyle/>
        <a:p>
          <a:endParaRPr lang="en-US"/>
        </a:p>
      </dgm:t>
    </dgm:pt>
    <dgm:pt modelId="{FC62530F-224E-4A22-B554-B1D3477584F5}">
      <dgm:prSet custT="1"/>
      <dgm:spPr>
        <a:solidFill>
          <a:schemeClr val="bg2"/>
        </a:solidFill>
      </dgm:spPr>
      <dgm:t>
        <a:bodyPr/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>
              <a:latin typeface="Aldhabi" panose="01000000000000000000" pitchFamily="2" charset="-78"/>
              <a:ea typeface="ADLaM Display" panose="02010000000000000000" pitchFamily="2" charset="0"/>
              <a:cs typeface="Aldhabi" panose="01000000000000000000" pitchFamily="2" charset="-78"/>
            </a:rPr>
            <a:t>FATMA ALI</a:t>
          </a:r>
          <a:endParaRPr lang="en-US" sz="3600" b="1" kern="1200" dirty="0">
            <a:latin typeface="Aldhabi" panose="01000000000000000000" pitchFamily="2" charset="-78"/>
            <a:ea typeface="ADLaM Display" panose="02010000000000000000" pitchFamily="2" charset="0"/>
            <a:cs typeface="Aldhabi" panose="01000000000000000000" pitchFamily="2" charset="-78"/>
          </a:endParaRPr>
        </a:p>
      </dgm:t>
    </dgm:pt>
    <dgm:pt modelId="{014B24FB-B8D9-4242-B483-069BF1755C35}" type="parTrans" cxnId="{FA6252DC-5923-486A-BC10-AFE362CA34AE}">
      <dgm:prSet/>
      <dgm:spPr/>
      <dgm:t>
        <a:bodyPr/>
        <a:lstStyle/>
        <a:p>
          <a:endParaRPr lang="en-US"/>
        </a:p>
      </dgm:t>
    </dgm:pt>
    <dgm:pt modelId="{515F896E-EEE9-4D3A-9E90-AE9A89D4147D}" type="sibTrans" cxnId="{FA6252DC-5923-486A-BC10-AFE362CA34AE}">
      <dgm:prSet/>
      <dgm:spPr/>
      <dgm:t>
        <a:bodyPr/>
        <a:lstStyle/>
        <a:p>
          <a:endParaRPr lang="en-US"/>
        </a:p>
      </dgm:t>
    </dgm:pt>
    <dgm:pt modelId="{7967494F-EF6F-41BE-A6D3-E7FBD5F49BF9}" type="pres">
      <dgm:prSet presAssocID="{F903E59F-1E35-4671-8A17-D843BC33211A}" presName="linear" presStyleCnt="0">
        <dgm:presLayoutVars>
          <dgm:animLvl val="lvl"/>
          <dgm:resizeHandles val="exact"/>
        </dgm:presLayoutVars>
      </dgm:prSet>
      <dgm:spPr/>
    </dgm:pt>
    <dgm:pt modelId="{5B07B5E8-B29D-4452-B6C0-D4340FDF4B4A}" type="pres">
      <dgm:prSet presAssocID="{DFAF0E5E-C049-4F39-97A9-0979A3C8B23A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865A1FB5-F5E0-4F92-BB0A-22CB28FDFDE1}" type="pres">
      <dgm:prSet presAssocID="{77DD6C0E-663E-4919-93D5-3286D3133E95}" presName="spacer" presStyleCnt="0"/>
      <dgm:spPr/>
    </dgm:pt>
    <dgm:pt modelId="{BAC66D99-788B-495E-B9F5-F10885737647}" type="pres">
      <dgm:prSet presAssocID="{E60BDC9B-150A-42ED-A330-9AE91CC6CF23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B3EFB3EA-1CD1-4BF2-9B73-DA81DE9E6032}" type="pres">
      <dgm:prSet presAssocID="{6CDA76E1-7685-4310-A175-0FB54D96CE00}" presName="spacer" presStyleCnt="0"/>
      <dgm:spPr/>
    </dgm:pt>
    <dgm:pt modelId="{2E54D72B-CE78-4187-9970-EE8303F404EC}" type="pres">
      <dgm:prSet presAssocID="{E3EBFA9A-74F0-47E7-BC17-1E88412E7569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1A2DAF5E-F3D2-4896-9318-82842570877A}" type="pres">
      <dgm:prSet presAssocID="{0B12D138-8326-4E4F-8D50-24EF14A93C11}" presName="spacer" presStyleCnt="0"/>
      <dgm:spPr/>
    </dgm:pt>
    <dgm:pt modelId="{32BED635-3709-4D12-AC43-5D8BB4349809}" type="pres">
      <dgm:prSet presAssocID="{C5ABDA29-642A-4365-91B2-2A4EEF8BBF77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66F02E0F-0AC3-42DA-936D-DAB6EA981804}" type="pres">
      <dgm:prSet presAssocID="{C33A9821-5775-43F2-AC19-61F5A9E44D1A}" presName="spacer" presStyleCnt="0"/>
      <dgm:spPr/>
    </dgm:pt>
    <dgm:pt modelId="{44B7C306-3462-48B2-B1DB-BF06B80D7375}" type="pres">
      <dgm:prSet presAssocID="{FC62530F-224E-4A22-B554-B1D3477584F5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1F59CE05-74A6-4A1A-896B-A0576F08A9C6}" type="presOf" srcId="{E60BDC9B-150A-42ED-A330-9AE91CC6CF23}" destId="{BAC66D99-788B-495E-B9F5-F10885737647}" srcOrd="0" destOrd="0" presId="urn:microsoft.com/office/officeart/2005/8/layout/vList2"/>
    <dgm:cxn modelId="{FBD3300D-68BA-42D5-9E9F-0949CF8DC5A7}" type="presOf" srcId="{DFAF0E5E-C049-4F39-97A9-0979A3C8B23A}" destId="{5B07B5E8-B29D-4452-B6C0-D4340FDF4B4A}" srcOrd="0" destOrd="0" presId="urn:microsoft.com/office/officeart/2005/8/layout/vList2"/>
    <dgm:cxn modelId="{51508D29-A128-400B-A1CC-495D7C5D77CC}" srcId="{F903E59F-1E35-4671-8A17-D843BC33211A}" destId="{C5ABDA29-642A-4365-91B2-2A4EEF8BBF77}" srcOrd="3" destOrd="0" parTransId="{11130CD7-3658-482C-BDBC-37108F1FA19A}" sibTransId="{C33A9821-5775-43F2-AC19-61F5A9E44D1A}"/>
    <dgm:cxn modelId="{39D6CD4F-E606-4335-B4D9-F135A966172A}" srcId="{F903E59F-1E35-4671-8A17-D843BC33211A}" destId="{DFAF0E5E-C049-4F39-97A9-0979A3C8B23A}" srcOrd="0" destOrd="0" parTransId="{E8590B8B-FB55-4B00-B1A3-BEBCD2FD3D35}" sibTransId="{77DD6C0E-663E-4919-93D5-3286D3133E95}"/>
    <dgm:cxn modelId="{7FE02972-15C6-4011-91DA-A5F6573CC209}" type="presOf" srcId="{FC62530F-224E-4A22-B554-B1D3477584F5}" destId="{44B7C306-3462-48B2-B1DB-BF06B80D7375}" srcOrd="0" destOrd="0" presId="urn:microsoft.com/office/officeart/2005/8/layout/vList2"/>
    <dgm:cxn modelId="{9258FE57-7CBD-4009-80CB-F5336CE7413B}" type="presOf" srcId="{E3EBFA9A-74F0-47E7-BC17-1E88412E7569}" destId="{2E54D72B-CE78-4187-9970-EE8303F404EC}" srcOrd="0" destOrd="0" presId="urn:microsoft.com/office/officeart/2005/8/layout/vList2"/>
    <dgm:cxn modelId="{03A49779-9BF0-4F2A-B672-2CE01560F40E}" srcId="{F903E59F-1E35-4671-8A17-D843BC33211A}" destId="{E3EBFA9A-74F0-47E7-BC17-1E88412E7569}" srcOrd="2" destOrd="0" parTransId="{860E956C-A81E-402F-ACDB-2B323C1B247F}" sibTransId="{0B12D138-8326-4E4F-8D50-24EF14A93C11}"/>
    <dgm:cxn modelId="{74E7E187-D342-469F-A3A3-FDC5A2C5250C}" type="presOf" srcId="{C5ABDA29-642A-4365-91B2-2A4EEF8BBF77}" destId="{32BED635-3709-4D12-AC43-5D8BB4349809}" srcOrd="0" destOrd="0" presId="urn:microsoft.com/office/officeart/2005/8/layout/vList2"/>
    <dgm:cxn modelId="{5CA4938A-52C4-44E5-9619-4E05A472E22F}" srcId="{F903E59F-1E35-4671-8A17-D843BC33211A}" destId="{E60BDC9B-150A-42ED-A330-9AE91CC6CF23}" srcOrd="1" destOrd="0" parTransId="{5CBD8B5A-5DE4-4D0C-902D-26AFEFD39A8C}" sibTransId="{6CDA76E1-7685-4310-A175-0FB54D96CE00}"/>
    <dgm:cxn modelId="{FA6252DC-5923-486A-BC10-AFE362CA34AE}" srcId="{F903E59F-1E35-4671-8A17-D843BC33211A}" destId="{FC62530F-224E-4A22-B554-B1D3477584F5}" srcOrd="4" destOrd="0" parTransId="{014B24FB-B8D9-4242-B483-069BF1755C35}" sibTransId="{515F896E-EEE9-4D3A-9E90-AE9A89D4147D}"/>
    <dgm:cxn modelId="{B637D3FA-720E-4448-BD84-DF7AE9F3B310}" type="presOf" srcId="{F903E59F-1E35-4671-8A17-D843BC33211A}" destId="{7967494F-EF6F-41BE-A6D3-E7FBD5F49BF9}" srcOrd="0" destOrd="0" presId="urn:microsoft.com/office/officeart/2005/8/layout/vList2"/>
    <dgm:cxn modelId="{06D01238-C6B9-4043-B0E3-33FCB24206DC}" type="presParOf" srcId="{7967494F-EF6F-41BE-A6D3-E7FBD5F49BF9}" destId="{5B07B5E8-B29D-4452-B6C0-D4340FDF4B4A}" srcOrd="0" destOrd="0" presId="urn:microsoft.com/office/officeart/2005/8/layout/vList2"/>
    <dgm:cxn modelId="{7CA14452-31BE-4A5F-AF43-400A970E4E7C}" type="presParOf" srcId="{7967494F-EF6F-41BE-A6D3-E7FBD5F49BF9}" destId="{865A1FB5-F5E0-4F92-BB0A-22CB28FDFDE1}" srcOrd="1" destOrd="0" presId="urn:microsoft.com/office/officeart/2005/8/layout/vList2"/>
    <dgm:cxn modelId="{8526641E-963A-4A41-B6BE-E536F1FFDB54}" type="presParOf" srcId="{7967494F-EF6F-41BE-A6D3-E7FBD5F49BF9}" destId="{BAC66D99-788B-495E-B9F5-F10885737647}" srcOrd="2" destOrd="0" presId="urn:microsoft.com/office/officeart/2005/8/layout/vList2"/>
    <dgm:cxn modelId="{C39A003C-805B-4039-9211-E33A239F7C7C}" type="presParOf" srcId="{7967494F-EF6F-41BE-A6D3-E7FBD5F49BF9}" destId="{B3EFB3EA-1CD1-4BF2-9B73-DA81DE9E6032}" srcOrd="3" destOrd="0" presId="urn:microsoft.com/office/officeart/2005/8/layout/vList2"/>
    <dgm:cxn modelId="{D6CD2EDA-F8C7-4A61-AD6F-A39EA300D505}" type="presParOf" srcId="{7967494F-EF6F-41BE-A6D3-E7FBD5F49BF9}" destId="{2E54D72B-CE78-4187-9970-EE8303F404EC}" srcOrd="4" destOrd="0" presId="urn:microsoft.com/office/officeart/2005/8/layout/vList2"/>
    <dgm:cxn modelId="{209FE4D4-2429-49C1-946A-757BE3879CD0}" type="presParOf" srcId="{7967494F-EF6F-41BE-A6D3-E7FBD5F49BF9}" destId="{1A2DAF5E-F3D2-4896-9318-82842570877A}" srcOrd="5" destOrd="0" presId="urn:microsoft.com/office/officeart/2005/8/layout/vList2"/>
    <dgm:cxn modelId="{5AE99C08-0012-4E7A-AA7E-9DE67A6B4D90}" type="presParOf" srcId="{7967494F-EF6F-41BE-A6D3-E7FBD5F49BF9}" destId="{32BED635-3709-4D12-AC43-5D8BB4349809}" srcOrd="6" destOrd="0" presId="urn:microsoft.com/office/officeart/2005/8/layout/vList2"/>
    <dgm:cxn modelId="{58C812E8-AF85-4E9E-95C4-ACC381C7303D}" type="presParOf" srcId="{7967494F-EF6F-41BE-A6D3-E7FBD5F49BF9}" destId="{66F02E0F-0AC3-42DA-936D-DAB6EA981804}" srcOrd="7" destOrd="0" presId="urn:microsoft.com/office/officeart/2005/8/layout/vList2"/>
    <dgm:cxn modelId="{36D48E07-195B-4BD4-B555-BBBD3B164EFA}" type="presParOf" srcId="{7967494F-EF6F-41BE-A6D3-E7FBD5F49BF9}" destId="{44B7C306-3462-48B2-B1DB-BF06B80D7375}" srcOrd="8" destOrd="0" presId="urn:microsoft.com/office/officeart/2005/8/layout/vList2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11A4C0D-C649-4CC1-BDE1-C3FF6E9ADC7D}" type="doc">
      <dgm:prSet loTypeId="urn:microsoft.com/office/officeart/2018/2/layout/IconVerticalSolidList" loCatId="icon" qsTypeId="urn:microsoft.com/office/officeart/2005/8/quickstyle/3d1" qsCatId="3D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CED0300A-4319-428D-87AF-CADB06B173E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>
              <a:solidFill>
                <a:schemeClr val="bg2"/>
              </a:solidFill>
            </a:rPr>
            <a:t>Project Foundation</a:t>
          </a:r>
          <a:endParaRPr lang="en-US" dirty="0">
            <a:solidFill>
              <a:schemeClr val="bg2"/>
            </a:solidFill>
          </a:endParaRPr>
        </a:p>
      </dgm:t>
    </dgm:pt>
    <dgm:pt modelId="{5D7F94A8-75EE-469E-81B1-420208A0E32C}" type="parTrans" cxnId="{18318395-EC1D-46A5-8F16-9D9F56255951}">
      <dgm:prSet/>
      <dgm:spPr/>
      <dgm:t>
        <a:bodyPr/>
        <a:lstStyle/>
        <a:p>
          <a:endParaRPr lang="en-US"/>
        </a:p>
      </dgm:t>
    </dgm:pt>
    <dgm:pt modelId="{9EEC91AF-9BF6-463C-BCD2-825B95BAFBBE}" type="sibTrans" cxnId="{18318395-EC1D-46A5-8F16-9D9F56255951}">
      <dgm:prSet/>
      <dgm:spPr/>
      <dgm:t>
        <a:bodyPr/>
        <a:lstStyle/>
        <a:p>
          <a:endParaRPr lang="en-US">
            <a:solidFill>
              <a:schemeClr val="bg2"/>
            </a:solidFill>
          </a:endParaRPr>
        </a:p>
      </dgm:t>
    </dgm:pt>
    <dgm:pt modelId="{06CE6F17-B156-4E7E-B877-AAD59100593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>
              <a:solidFill>
                <a:schemeClr val="bg2"/>
              </a:solidFill>
            </a:rPr>
            <a:t>Methodology</a:t>
          </a:r>
          <a:endParaRPr lang="en-US" dirty="0">
            <a:solidFill>
              <a:schemeClr val="bg2"/>
            </a:solidFill>
          </a:endParaRPr>
        </a:p>
      </dgm:t>
    </dgm:pt>
    <dgm:pt modelId="{70ABF99F-938F-4A47-8451-F6F7FC4D1E13}" type="parTrans" cxnId="{83F5B71C-85AF-4738-B8A9-209D648E415F}">
      <dgm:prSet/>
      <dgm:spPr/>
      <dgm:t>
        <a:bodyPr/>
        <a:lstStyle/>
        <a:p>
          <a:endParaRPr lang="en-US"/>
        </a:p>
      </dgm:t>
    </dgm:pt>
    <dgm:pt modelId="{009D800D-6AFB-464A-9EAA-1E47F872BFFE}" type="sibTrans" cxnId="{83F5B71C-85AF-4738-B8A9-209D648E415F}">
      <dgm:prSet/>
      <dgm:spPr/>
      <dgm:t>
        <a:bodyPr/>
        <a:lstStyle/>
        <a:p>
          <a:endParaRPr lang="en-US">
            <a:solidFill>
              <a:schemeClr val="bg2"/>
            </a:solidFill>
          </a:endParaRPr>
        </a:p>
      </dgm:t>
    </dgm:pt>
    <dgm:pt modelId="{7E455EB6-FEAD-461B-AE1C-7915C9BCF34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>
              <a:solidFill>
                <a:schemeClr val="bg2"/>
              </a:solidFill>
            </a:rPr>
            <a:t>Key Analytical Models &amp; Metrics</a:t>
          </a:r>
          <a:endParaRPr lang="en-US" dirty="0">
            <a:solidFill>
              <a:schemeClr val="bg2"/>
            </a:solidFill>
          </a:endParaRPr>
        </a:p>
      </dgm:t>
    </dgm:pt>
    <dgm:pt modelId="{690A5BDF-5937-400A-B94B-135A9FF5D3E9}" type="parTrans" cxnId="{311C0B82-F49B-455F-AB7C-6F1E23E305FB}">
      <dgm:prSet/>
      <dgm:spPr/>
      <dgm:t>
        <a:bodyPr/>
        <a:lstStyle/>
        <a:p>
          <a:endParaRPr lang="en-US"/>
        </a:p>
      </dgm:t>
    </dgm:pt>
    <dgm:pt modelId="{E4A3F441-8838-4591-A285-E1631F1AFE1B}" type="sibTrans" cxnId="{311C0B82-F49B-455F-AB7C-6F1E23E305FB}">
      <dgm:prSet/>
      <dgm:spPr/>
      <dgm:t>
        <a:bodyPr/>
        <a:lstStyle/>
        <a:p>
          <a:endParaRPr lang="en-US">
            <a:solidFill>
              <a:schemeClr val="bg2"/>
            </a:solidFill>
          </a:endParaRPr>
        </a:p>
      </dgm:t>
    </dgm:pt>
    <dgm:pt modelId="{9A70012A-F717-4A1F-95B9-674AB7558B1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>
              <a:solidFill>
                <a:schemeClr val="bg2"/>
              </a:solidFill>
            </a:rPr>
            <a:t>Executive Dashboard &amp; Key Insights</a:t>
          </a:r>
          <a:endParaRPr lang="en-US">
            <a:solidFill>
              <a:schemeClr val="bg2"/>
            </a:solidFill>
          </a:endParaRPr>
        </a:p>
      </dgm:t>
    </dgm:pt>
    <dgm:pt modelId="{866561CB-F827-419B-9BCE-FC8C9FB01C81}" type="parTrans" cxnId="{EC715FD5-A5AC-4E6D-B158-9AE6565D6835}">
      <dgm:prSet/>
      <dgm:spPr/>
      <dgm:t>
        <a:bodyPr/>
        <a:lstStyle/>
        <a:p>
          <a:endParaRPr lang="en-US"/>
        </a:p>
      </dgm:t>
    </dgm:pt>
    <dgm:pt modelId="{47A31443-D3F0-4E2F-A62C-0CD4F3396B15}" type="sibTrans" cxnId="{EC715FD5-A5AC-4E6D-B158-9AE6565D6835}">
      <dgm:prSet/>
      <dgm:spPr/>
      <dgm:t>
        <a:bodyPr/>
        <a:lstStyle/>
        <a:p>
          <a:endParaRPr lang="en-US">
            <a:solidFill>
              <a:schemeClr val="bg2"/>
            </a:solidFill>
          </a:endParaRPr>
        </a:p>
      </dgm:t>
    </dgm:pt>
    <dgm:pt modelId="{174781DF-92DF-4B24-9434-CF57B33FAAA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>
              <a:solidFill>
                <a:schemeClr val="bg2"/>
              </a:solidFill>
            </a:rPr>
            <a:t>Recommendations &amp; Business Impact</a:t>
          </a:r>
          <a:endParaRPr lang="en-US">
            <a:solidFill>
              <a:schemeClr val="bg2"/>
            </a:solidFill>
          </a:endParaRPr>
        </a:p>
      </dgm:t>
    </dgm:pt>
    <dgm:pt modelId="{56743A6B-1C6B-4F17-85B6-6375BF10F0CD}" type="parTrans" cxnId="{030EE5B4-7044-4A6F-A1D8-F4CEA5F5729E}">
      <dgm:prSet/>
      <dgm:spPr/>
      <dgm:t>
        <a:bodyPr/>
        <a:lstStyle/>
        <a:p>
          <a:endParaRPr lang="en-US"/>
        </a:p>
      </dgm:t>
    </dgm:pt>
    <dgm:pt modelId="{6739A171-73FA-4D24-B52C-701FF12020DD}" type="sibTrans" cxnId="{030EE5B4-7044-4A6F-A1D8-F4CEA5F5729E}">
      <dgm:prSet/>
      <dgm:spPr/>
      <dgm:t>
        <a:bodyPr/>
        <a:lstStyle/>
        <a:p>
          <a:endParaRPr lang="en-US"/>
        </a:p>
      </dgm:t>
    </dgm:pt>
    <dgm:pt modelId="{DD965334-8A7F-4BA8-9F97-D81357760F52}" type="pres">
      <dgm:prSet presAssocID="{011A4C0D-C649-4CC1-BDE1-C3FF6E9ADC7D}" presName="root" presStyleCnt="0">
        <dgm:presLayoutVars>
          <dgm:dir/>
          <dgm:resizeHandles val="exact"/>
        </dgm:presLayoutVars>
      </dgm:prSet>
      <dgm:spPr/>
    </dgm:pt>
    <dgm:pt modelId="{B28EC23D-D7E8-40F6-9EA8-F23851C69860}" type="pres">
      <dgm:prSet presAssocID="{CED0300A-4319-428D-87AF-CADB06B173EF}" presName="compNode" presStyleCnt="0"/>
      <dgm:spPr/>
    </dgm:pt>
    <dgm:pt modelId="{56A72F9A-1A84-4686-B519-9BEC0EA66EBC}" type="pres">
      <dgm:prSet presAssocID="{CED0300A-4319-428D-87AF-CADB06B173EF}" presName="bgRect" presStyleLbl="bgShp" presStyleIdx="0" presStyleCnt="5"/>
      <dgm:spPr/>
    </dgm:pt>
    <dgm:pt modelId="{FCE2343B-8C01-4BC7-97B2-2A44499CA0AC}" type="pres">
      <dgm:prSet presAssocID="{CED0300A-4319-428D-87AF-CADB06B173EF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leted1"/>
        </a:ext>
      </dgm:extLst>
    </dgm:pt>
    <dgm:pt modelId="{6D67C115-7A78-46FD-AB86-2B33B4343961}" type="pres">
      <dgm:prSet presAssocID="{CED0300A-4319-428D-87AF-CADB06B173EF}" presName="spaceRect" presStyleCnt="0"/>
      <dgm:spPr/>
    </dgm:pt>
    <dgm:pt modelId="{A06ECD24-5704-4914-83B6-C81F1AA2FE50}" type="pres">
      <dgm:prSet presAssocID="{CED0300A-4319-428D-87AF-CADB06B173EF}" presName="parTx" presStyleLbl="revTx" presStyleIdx="0" presStyleCnt="5">
        <dgm:presLayoutVars>
          <dgm:chMax val="0"/>
          <dgm:chPref val="0"/>
        </dgm:presLayoutVars>
      </dgm:prSet>
      <dgm:spPr/>
    </dgm:pt>
    <dgm:pt modelId="{4E597C8C-3F0E-4521-A7EB-38F8B3EC058A}" type="pres">
      <dgm:prSet presAssocID="{9EEC91AF-9BF6-463C-BCD2-825B95BAFBBE}" presName="sibTrans" presStyleCnt="0"/>
      <dgm:spPr/>
    </dgm:pt>
    <dgm:pt modelId="{9C673C00-AE41-4E5C-987E-68C919E223F3}" type="pres">
      <dgm:prSet presAssocID="{06CE6F17-B156-4E7E-B877-AAD591005930}" presName="compNode" presStyleCnt="0"/>
      <dgm:spPr/>
    </dgm:pt>
    <dgm:pt modelId="{9B62740F-9AD0-4541-9CDE-DCA1F4F87505}" type="pres">
      <dgm:prSet presAssocID="{06CE6F17-B156-4E7E-B877-AAD591005930}" presName="bgRect" presStyleLbl="bgShp" presStyleIdx="1" presStyleCnt="5"/>
      <dgm:spPr/>
    </dgm:pt>
    <dgm:pt modelId="{236F9E26-0A6D-4426-8026-10B025B23A1F}" type="pres">
      <dgm:prSet presAssocID="{06CE6F17-B156-4E7E-B877-AAD591005930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4BFA2F8F-7D5D-49BD-A5EB-F28DFB2251FF}" type="pres">
      <dgm:prSet presAssocID="{06CE6F17-B156-4E7E-B877-AAD591005930}" presName="spaceRect" presStyleCnt="0"/>
      <dgm:spPr/>
    </dgm:pt>
    <dgm:pt modelId="{CE1E9CDB-5126-4AB9-BF90-3E3B30695F73}" type="pres">
      <dgm:prSet presAssocID="{06CE6F17-B156-4E7E-B877-AAD591005930}" presName="parTx" presStyleLbl="revTx" presStyleIdx="1" presStyleCnt="5">
        <dgm:presLayoutVars>
          <dgm:chMax val="0"/>
          <dgm:chPref val="0"/>
        </dgm:presLayoutVars>
      </dgm:prSet>
      <dgm:spPr/>
    </dgm:pt>
    <dgm:pt modelId="{CC4C8F1E-938A-4E55-88D3-38B73C71782B}" type="pres">
      <dgm:prSet presAssocID="{009D800D-6AFB-464A-9EAA-1E47F872BFFE}" presName="sibTrans" presStyleCnt="0"/>
      <dgm:spPr/>
    </dgm:pt>
    <dgm:pt modelId="{7E24176B-E58F-465B-834A-B7FBE6455AD1}" type="pres">
      <dgm:prSet presAssocID="{7E455EB6-FEAD-461B-AE1C-7915C9BCF34F}" presName="compNode" presStyleCnt="0"/>
      <dgm:spPr/>
    </dgm:pt>
    <dgm:pt modelId="{4695F324-9426-4972-BEC6-E68C626C7BAB}" type="pres">
      <dgm:prSet presAssocID="{7E455EB6-FEAD-461B-AE1C-7915C9BCF34F}" presName="bgRect" presStyleLbl="bgShp" presStyleIdx="2" presStyleCnt="5"/>
      <dgm:spPr/>
    </dgm:pt>
    <dgm:pt modelId="{1F0FC9D6-8944-449B-B6E7-98B75CD710B3}" type="pres">
      <dgm:prSet presAssocID="{7E455EB6-FEAD-461B-AE1C-7915C9BCF34F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9C8C3D1A-284F-43F7-AF13-5413027C1802}" type="pres">
      <dgm:prSet presAssocID="{7E455EB6-FEAD-461B-AE1C-7915C9BCF34F}" presName="spaceRect" presStyleCnt="0"/>
      <dgm:spPr/>
    </dgm:pt>
    <dgm:pt modelId="{1FE4FDF3-D81D-45E5-BAFB-FFFB3C9CA9F4}" type="pres">
      <dgm:prSet presAssocID="{7E455EB6-FEAD-461B-AE1C-7915C9BCF34F}" presName="parTx" presStyleLbl="revTx" presStyleIdx="2" presStyleCnt="5">
        <dgm:presLayoutVars>
          <dgm:chMax val="0"/>
          <dgm:chPref val="0"/>
        </dgm:presLayoutVars>
      </dgm:prSet>
      <dgm:spPr/>
    </dgm:pt>
    <dgm:pt modelId="{9E87E9AE-D317-478D-AC67-91D5639E3E29}" type="pres">
      <dgm:prSet presAssocID="{E4A3F441-8838-4591-A285-E1631F1AFE1B}" presName="sibTrans" presStyleCnt="0"/>
      <dgm:spPr/>
    </dgm:pt>
    <dgm:pt modelId="{6CAE0DAB-EA75-4ACF-BEE5-4CC1F06D6A22}" type="pres">
      <dgm:prSet presAssocID="{9A70012A-F717-4A1F-95B9-674AB7558B1B}" presName="compNode" presStyleCnt="0"/>
      <dgm:spPr/>
    </dgm:pt>
    <dgm:pt modelId="{590F656C-A867-4F69-8CDA-2EDDB787FB73}" type="pres">
      <dgm:prSet presAssocID="{9A70012A-F717-4A1F-95B9-674AB7558B1B}" presName="bgRect" presStyleLbl="bgShp" presStyleIdx="3" presStyleCnt="5"/>
      <dgm:spPr/>
    </dgm:pt>
    <dgm:pt modelId="{8E0837A5-CD85-44C9-8A2D-26D18B67167D}" type="pres">
      <dgm:prSet presAssocID="{9A70012A-F717-4A1F-95B9-674AB7558B1B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B9A606FA-D9D9-458F-9B47-375E54F7A57D}" type="pres">
      <dgm:prSet presAssocID="{9A70012A-F717-4A1F-95B9-674AB7558B1B}" presName="spaceRect" presStyleCnt="0"/>
      <dgm:spPr/>
    </dgm:pt>
    <dgm:pt modelId="{2D337616-7FA0-4FA3-9850-724167FBF34C}" type="pres">
      <dgm:prSet presAssocID="{9A70012A-F717-4A1F-95B9-674AB7558B1B}" presName="parTx" presStyleLbl="revTx" presStyleIdx="3" presStyleCnt="5">
        <dgm:presLayoutVars>
          <dgm:chMax val="0"/>
          <dgm:chPref val="0"/>
        </dgm:presLayoutVars>
      </dgm:prSet>
      <dgm:spPr/>
    </dgm:pt>
    <dgm:pt modelId="{C24857EB-A464-4D05-8EB3-3F9EE93B88CF}" type="pres">
      <dgm:prSet presAssocID="{47A31443-D3F0-4E2F-A62C-0CD4F3396B15}" presName="sibTrans" presStyleCnt="0"/>
      <dgm:spPr/>
    </dgm:pt>
    <dgm:pt modelId="{2578D08F-77C2-4DDC-9082-A488EE79138D}" type="pres">
      <dgm:prSet presAssocID="{174781DF-92DF-4B24-9434-CF57B33FAAA9}" presName="compNode" presStyleCnt="0"/>
      <dgm:spPr/>
    </dgm:pt>
    <dgm:pt modelId="{717620E4-DF79-433B-B51E-6123B02593FF}" type="pres">
      <dgm:prSet presAssocID="{174781DF-92DF-4B24-9434-CF57B33FAAA9}" presName="bgRect" presStyleLbl="bgShp" presStyleIdx="4" presStyleCnt="5"/>
      <dgm:spPr/>
    </dgm:pt>
    <dgm:pt modelId="{FB0C6193-BA6B-4147-B673-DC5B52676C2A}" type="pres">
      <dgm:prSet presAssocID="{174781DF-92DF-4B24-9434-CF57B33FAAA9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C9CBDBF7-DFE8-4B6F-9744-570D64E2175E}" type="pres">
      <dgm:prSet presAssocID="{174781DF-92DF-4B24-9434-CF57B33FAAA9}" presName="spaceRect" presStyleCnt="0"/>
      <dgm:spPr/>
    </dgm:pt>
    <dgm:pt modelId="{57DFAE7B-169C-41F6-A697-A8A6588B3755}" type="pres">
      <dgm:prSet presAssocID="{174781DF-92DF-4B24-9434-CF57B33FAAA9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0E5DCA0C-73BC-4BA2-9C98-0FE7D2A06015}" type="presOf" srcId="{CED0300A-4319-428D-87AF-CADB06B173EF}" destId="{A06ECD24-5704-4914-83B6-C81F1AA2FE50}" srcOrd="0" destOrd="0" presId="urn:microsoft.com/office/officeart/2018/2/layout/IconVerticalSolidList"/>
    <dgm:cxn modelId="{83F5B71C-85AF-4738-B8A9-209D648E415F}" srcId="{011A4C0D-C649-4CC1-BDE1-C3FF6E9ADC7D}" destId="{06CE6F17-B156-4E7E-B877-AAD591005930}" srcOrd="1" destOrd="0" parTransId="{70ABF99F-938F-4A47-8451-F6F7FC4D1E13}" sibTransId="{009D800D-6AFB-464A-9EAA-1E47F872BFFE}"/>
    <dgm:cxn modelId="{C7F15E55-0E73-4437-99BF-8C662C975D6B}" type="presOf" srcId="{011A4C0D-C649-4CC1-BDE1-C3FF6E9ADC7D}" destId="{DD965334-8A7F-4BA8-9F97-D81357760F52}" srcOrd="0" destOrd="0" presId="urn:microsoft.com/office/officeart/2018/2/layout/IconVerticalSolidList"/>
    <dgm:cxn modelId="{311C0B82-F49B-455F-AB7C-6F1E23E305FB}" srcId="{011A4C0D-C649-4CC1-BDE1-C3FF6E9ADC7D}" destId="{7E455EB6-FEAD-461B-AE1C-7915C9BCF34F}" srcOrd="2" destOrd="0" parTransId="{690A5BDF-5937-400A-B94B-135A9FF5D3E9}" sibTransId="{E4A3F441-8838-4591-A285-E1631F1AFE1B}"/>
    <dgm:cxn modelId="{D112A491-DAFC-49E9-AE5A-68FAFB2BD63D}" type="presOf" srcId="{174781DF-92DF-4B24-9434-CF57B33FAAA9}" destId="{57DFAE7B-169C-41F6-A697-A8A6588B3755}" srcOrd="0" destOrd="0" presId="urn:microsoft.com/office/officeart/2018/2/layout/IconVerticalSolidList"/>
    <dgm:cxn modelId="{18318395-EC1D-46A5-8F16-9D9F56255951}" srcId="{011A4C0D-C649-4CC1-BDE1-C3FF6E9ADC7D}" destId="{CED0300A-4319-428D-87AF-CADB06B173EF}" srcOrd="0" destOrd="0" parTransId="{5D7F94A8-75EE-469E-81B1-420208A0E32C}" sibTransId="{9EEC91AF-9BF6-463C-BCD2-825B95BAFBBE}"/>
    <dgm:cxn modelId="{030EE5B4-7044-4A6F-A1D8-F4CEA5F5729E}" srcId="{011A4C0D-C649-4CC1-BDE1-C3FF6E9ADC7D}" destId="{174781DF-92DF-4B24-9434-CF57B33FAAA9}" srcOrd="4" destOrd="0" parTransId="{56743A6B-1C6B-4F17-85B6-6375BF10F0CD}" sibTransId="{6739A171-73FA-4D24-B52C-701FF12020DD}"/>
    <dgm:cxn modelId="{A0FD13C0-FF0D-4563-972A-BB3467AB0715}" type="presOf" srcId="{7E455EB6-FEAD-461B-AE1C-7915C9BCF34F}" destId="{1FE4FDF3-D81D-45E5-BAFB-FFFB3C9CA9F4}" srcOrd="0" destOrd="0" presId="urn:microsoft.com/office/officeart/2018/2/layout/IconVerticalSolidList"/>
    <dgm:cxn modelId="{32D2B2CB-323C-4E96-A8D8-105CCA451157}" type="presOf" srcId="{06CE6F17-B156-4E7E-B877-AAD591005930}" destId="{CE1E9CDB-5126-4AB9-BF90-3E3B30695F73}" srcOrd="0" destOrd="0" presId="urn:microsoft.com/office/officeart/2018/2/layout/IconVerticalSolidList"/>
    <dgm:cxn modelId="{EC715FD5-A5AC-4E6D-B158-9AE6565D6835}" srcId="{011A4C0D-C649-4CC1-BDE1-C3FF6E9ADC7D}" destId="{9A70012A-F717-4A1F-95B9-674AB7558B1B}" srcOrd="3" destOrd="0" parTransId="{866561CB-F827-419B-9BCE-FC8C9FB01C81}" sibTransId="{47A31443-D3F0-4E2F-A62C-0CD4F3396B15}"/>
    <dgm:cxn modelId="{A93E33D8-4AFE-49C7-987F-EBC9BB669F9E}" type="presOf" srcId="{9A70012A-F717-4A1F-95B9-674AB7558B1B}" destId="{2D337616-7FA0-4FA3-9850-724167FBF34C}" srcOrd="0" destOrd="0" presId="urn:microsoft.com/office/officeart/2018/2/layout/IconVerticalSolidList"/>
    <dgm:cxn modelId="{D2EA0081-C826-43E1-8E1A-189F743982AC}" type="presParOf" srcId="{DD965334-8A7F-4BA8-9F97-D81357760F52}" destId="{B28EC23D-D7E8-40F6-9EA8-F23851C69860}" srcOrd="0" destOrd="0" presId="urn:microsoft.com/office/officeart/2018/2/layout/IconVerticalSolidList"/>
    <dgm:cxn modelId="{899F0E32-EC55-4CA9-86D9-723821023BE6}" type="presParOf" srcId="{B28EC23D-D7E8-40F6-9EA8-F23851C69860}" destId="{56A72F9A-1A84-4686-B519-9BEC0EA66EBC}" srcOrd="0" destOrd="0" presId="urn:microsoft.com/office/officeart/2018/2/layout/IconVerticalSolidList"/>
    <dgm:cxn modelId="{8E8E0C94-4872-47E4-9C48-F9D73ED930E7}" type="presParOf" srcId="{B28EC23D-D7E8-40F6-9EA8-F23851C69860}" destId="{FCE2343B-8C01-4BC7-97B2-2A44499CA0AC}" srcOrd="1" destOrd="0" presId="urn:microsoft.com/office/officeart/2018/2/layout/IconVerticalSolidList"/>
    <dgm:cxn modelId="{B38BA790-4AEF-4632-A34A-4E3CD1DEE6D1}" type="presParOf" srcId="{B28EC23D-D7E8-40F6-9EA8-F23851C69860}" destId="{6D67C115-7A78-46FD-AB86-2B33B4343961}" srcOrd="2" destOrd="0" presId="urn:microsoft.com/office/officeart/2018/2/layout/IconVerticalSolidList"/>
    <dgm:cxn modelId="{7A24D8EA-EA58-4451-8833-EADFB25AE8D5}" type="presParOf" srcId="{B28EC23D-D7E8-40F6-9EA8-F23851C69860}" destId="{A06ECD24-5704-4914-83B6-C81F1AA2FE50}" srcOrd="3" destOrd="0" presId="urn:microsoft.com/office/officeart/2018/2/layout/IconVerticalSolidList"/>
    <dgm:cxn modelId="{E7412FE2-080E-4053-91A7-6F61138F1036}" type="presParOf" srcId="{DD965334-8A7F-4BA8-9F97-D81357760F52}" destId="{4E597C8C-3F0E-4521-A7EB-38F8B3EC058A}" srcOrd="1" destOrd="0" presId="urn:microsoft.com/office/officeart/2018/2/layout/IconVerticalSolidList"/>
    <dgm:cxn modelId="{BB9831A4-96FC-4670-9871-F26FF3878617}" type="presParOf" srcId="{DD965334-8A7F-4BA8-9F97-D81357760F52}" destId="{9C673C00-AE41-4E5C-987E-68C919E223F3}" srcOrd="2" destOrd="0" presId="urn:microsoft.com/office/officeart/2018/2/layout/IconVerticalSolidList"/>
    <dgm:cxn modelId="{3EBB6330-7A38-4620-91AA-6806F01D3C9E}" type="presParOf" srcId="{9C673C00-AE41-4E5C-987E-68C919E223F3}" destId="{9B62740F-9AD0-4541-9CDE-DCA1F4F87505}" srcOrd="0" destOrd="0" presId="urn:microsoft.com/office/officeart/2018/2/layout/IconVerticalSolidList"/>
    <dgm:cxn modelId="{E0EDE02F-517F-4545-829D-16D5941AD97F}" type="presParOf" srcId="{9C673C00-AE41-4E5C-987E-68C919E223F3}" destId="{236F9E26-0A6D-4426-8026-10B025B23A1F}" srcOrd="1" destOrd="0" presId="urn:microsoft.com/office/officeart/2018/2/layout/IconVerticalSolidList"/>
    <dgm:cxn modelId="{57FA0996-859E-4674-93A3-BBA137558405}" type="presParOf" srcId="{9C673C00-AE41-4E5C-987E-68C919E223F3}" destId="{4BFA2F8F-7D5D-49BD-A5EB-F28DFB2251FF}" srcOrd="2" destOrd="0" presId="urn:microsoft.com/office/officeart/2018/2/layout/IconVerticalSolidList"/>
    <dgm:cxn modelId="{B168BEF1-02B4-4EDC-9D40-578E602D06A6}" type="presParOf" srcId="{9C673C00-AE41-4E5C-987E-68C919E223F3}" destId="{CE1E9CDB-5126-4AB9-BF90-3E3B30695F73}" srcOrd="3" destOrd="0" presId="urn:microsoft.com/office/officeart/2018/2/layout/IconVerticalSolidList"/>
    <dgm:cxn modelId="{21D34863-55A2-4F07-AC3A-A38EA9CFE3AB}" type="presParOf" srcId="{DD965334-8A7F-4BA8-9F97-D81357760F52}" destId="{CC4C8F1E-938A-4E55-88D3-38B73C71782B}" srcOrd="3" destOrd="0" presId="urn:microsoft.com/office/officeart/2018/2/layout/IconVerticalSolidList"/>
    <dgm:cxn modelId="{992AF094-969B-4D63-8C19-B8806D9808AC}" type="presParOf" srcId="{DD965334-8A7F-4BA8-9F97-D81357760F52}" destId="{7E24176B-E58F-465B-834A-B7FBE6455AD1}" srcOrd="4" destOrd="0" presId="urn:microsoft.com/office/officeart/2018/2/layout/IconVerticalSolidList"/>
    <dgm:cxn modelId="{3B5A0C6F-CDC3-47B8-83B2-D414AB4DC68B}" type="presParOf" srcId="{7E24176B-E58F-465B-834A-B7FBE6455AD1}" destId="{4695F324-9426-4972-BEC6-E68C626C7BAB}" srcOrd="0" destOrd="0" presId="urn:microsoft.com/office/officeart/2018/2/layout/IconVerticalSolidList"/>
    <dgm:cxn modelId="{E6FA7722-2F74-45EC-AAEA-8BA96ECBC89E}" type="presParOf" srcId="{7E24176B-E58F-465B-834A-B7FBE6455AD1}" destId="{1F0FC9D6-8944-449B-B6E7-98B75CD710B3}" srcOrd="1" destOrd="0" presId="urn:microsoft.com/office/officeart/2018/2/layout/IconVerticalSolidList"/>
    <dgm:cxn modelId="{A71585BA-D5D2-4BF6-9B5B-1C36AE0D477D}" type="presParOf" srcId="{7E24176B-E58F-465B-834A-B7FBE6455AD1}" destId="{9C8C3D1A-284F-43F7-AF13-5413027C1802}" srcOrd="2" destOrd="0" presId="urn:microsoft.com/office/officeart/2018/2/layout/IconVerticalSolidList"/>
    <dgm:cxn modelId="{7F04E992-D123-47F7-9080-1CB1C1A2C1C7}" type="presParOf" srcId="{7E24176B-E58F-465B-834A-B7FBE6455AD1}" destId="{1FE4FDF3-D81D-45E5-BAFB-FFFB3C9CA9F4}" srcOrd="3" destOrd="0" presId="urn:microsoft.com/office/officeart/2018/2/layout/IconVerticalSolidList"/>
    <dgm:cxn modelId="{25385107-37D0-4425-A550-FF05F996DED4}" type="presParOf" srcId="{DD965334-8A7F-4BA8-9F97-D81357760F52}" destId="{9E87E9AE-D317-478D-AC67-91D5639E3E29}" srcOrd="5" destOrd="0" presId="urn:microsoft.com/office/officeart/2018/2/layout/IconVerticalSolidList"/>
    <dgm:cxn modelId="{8977A7DF-319B-4B7E-802D-FA685E7BFEC4}" type="presParOf" srcId="{DD965334-8A7F-4BA8-9F97-D81357760F52}" destId="{6CAE0DAB-EA75-4ACF-BEE5-4CC1F06D6A22}" srcOrd="6" destOrd="0" presId="urn:microsoft.com/office/officeart/2018/2/layout/IconVerticalSolidList"/>
    <dgm:cxn modelId="{FDC4A0E4-70C4-4219-B4DB-17331B00D344}" type="presParOf" srcId="{6CAE0DAB-EA75-4ACF-BEE5-4CC1F06D6A22}" destId="{590F656C-A867-4F69-8CDA-2EDDB787FB73}" srcOrd="0" destOrd="0" presId="urn:microsoft.com/office/officeart/2018/2/layout/IconVerticalSolidList"/>
    <dgm:cxn modelId="{A3C5AB3A-D8F3-4BDE-9778-0AB219F7A3D1}" type="presParOf" srcId="{6CAE0DAB-EA75-4ACF-BEE5-4CC1F06D6A22}" destId="{8E0837A5-CD85-44C9-8A2D-26D18B67167D}" srcOrd="1" destOrd="0" presId="urn:microsoft.com/office/officeart/2018/2/layout/IconVerticalSolidList"/>
    <dgm:cxn modelId="{AB4A5AA1-EFD1-4025-98C1-A604520F3BE6}" type="presParOf" srcId="{6CAE0DAB-EA75-4ACF-BEE5-4CC1F06D6A22}" destId="{B9A606FA-D9D9-458F-9B47-375E54F7A57D}" srcOrd="2" destOrd="0" presId="urn:microsoft.com/office/officeart/2018/2/layout/IconVerticalSolidList"/>
    <dgm:cxn modelId="{0086B1E5-D2E2-4649-921A-B03F39304D99}" type="presParOf" srcId="{6CAE0DAB-EA75-4ACF-BEE5-4CC1F06D6A22}" destId="{2D337616-7FA0-4FA3-9850-724167FBF34C}" srcOrd="3" destOrd="0" presId="urn:microsoft.com/office/officeart/2018/2/layout/IconVerticalSolidList"/>
    <dgm:cxn modelId="{A211F920-06B8-4968-9C5D-36ECE189B8D7}" type="presParOf" srcId="{DD965334-8A7F-4BA8-9F97-D81357760F52}" destId="{C24857EB-A464-4D05-8EB3-3F9EE93B88CF}" srcOrd="7" destOrd="0" presId="urn:microsoft.com/office/officeart/2018/2/layout/IconVerticalSolidList"/>
    <dgm:cxn modelId="{6AD90258-6F5D-4EB6-A1EB-7F655E40FCE8}" type="presParOf" srcId="{DD965334-8A7F-4BA8-9F97-D81357760F52}" destId="{2578D08F-77C2-4DDC-9082-A488EE79138D}" srcOrd="8" destOrd="0" presId="urn:microsoft.com/office/officeart/2018/2/layout/IconVerticalSolidList"/>
    <dgm:cxn modelId="{52891482-EDD0-4CCE-AD7C-F164566787CE}" type="presParOf" srcId="{2578D08F-77C2-4DDC-9082-A488EE79138D}" destId="{717620E4-DF79-433B-B51E-6123B02593FF}" srcOrd="0" destOrd="0" presId="urn:microsoft.com/office/officeart/2018/2/layout/IconVerticalSolidList"/>
    <dgm:cxn modelId="{7B3FDF4E-22C2-4DDD-AB55-D7A3EE1FB537}" type="presParOf" srcId="{2578D08F-77C2-4DDC-9082-A488EE79138D}" destId="{FB0C6193-BA6B-4147-B673-DC5B52676C2A}" srcOrd="1" destOrd="0" presId="urn:microsoft.com/office/officeart/2018/2/layout/IconVerticalSolidList"/>
    <dgm:cxn modelId="{64AA0893-5951-4C55-BB59-27276157051B}" type="presParOf" srcId="{2578D08F-77C2-4DDC-9082-A488EE79138D}" destId="{C9CBDBF7-DFE8-4B6F-9744-570D64E2175E}" srcOrd="2" destOrd="0" presId="urn:microsoft.com/office/officeart/2018/2/layout/IconVerticalSolidList"/>
    <dgm:cxn modelId="{E135ECEF-290D-48EE-9C2D-8B3565781E9B}" type="presParOf" srcId="{2578D08F-77C2-4DDC-9082-A488EE79138D}" destId="{57DFAE7B-169C-41F6-A697-A8A6588B375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1B6D3F8-5B40-49E3-851F-DB260B0ADA8A}" type="doc">
      <dgm:prSet loTypeId="urn:microsoft.com/office/officeart/2005/8/layout/default" loCatId="list" qsTypeId="urn:microsoft.com/office/officeart/2005/8/quickstyle/simple5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E5B1E92C-F6B8-4D8B-B773-ECE11520155A}">
      <dgm:prSet/>
      <dgm:spPr/>
      <dgm:t>
        <a:bodyPr/>
        <a:lstStyle/>
        <a:p>
          <a:r>
            <a:rPr lang="en-US" b="1" dirty="0"/>
            <a:t>What?</a:t>
          </a:r>
        </a:p>
        <a:p>
          <a:endParaRPr lang="en-US" dirty="0"/>
        </a:p>
      </dgm:t>
    </dgm:pt>
    <dgm:pt modelId="{DC7CAE9F-4F30-4712-BC9C-8A1C7DD5D7BE}" type="parTrans" cxnId="{52D20145-FB67-4E39-A165-5E553D7BD30C}">
      <dgm:prSet/>
      <dgm:spPr/>
      <dgm:t>
        <a:bodyPr/>
        <a:lstStyle/>
        <a:p>
          <a:endParaRPr lang="en-US"/>
        </a:p>
      </dgm:t>
    </dgm:pt>
    <dgm:pt modelId="{F087E268-6A88-456A-B1B2-C843C1C19BCC}" type="sibTrans" cxnId="{52D20145-FB67-4E39-A165-5E553D7BD30C}">
      <dgm:prSet/>
      <dgm:spPr/>
      <dgm:t>
        <a:bodyPr/>
        <a:lstStyle/>
        <a:p>
          <a:endParaRPr lang="en-US"/>
        </a:p>
      </dgm:t>
    </dgm:pt>
    <dgm:pt modelId="{F9DDFA0E-1EB4-4300-BBFB-7B45CEE67FC0}">
      <dgm:prSet custT="1"/>
      <dgm:spPr/>
      <dgm:t>
        <a:bodyPr/>
        <a:lstStyle/>
        <a:p>
          <a:r>
            <a:rPr lang="en-US" sz="2000"/>
            <a:t>+10</a:t>
          </a:r>
          <a:r>
            <a:rPr lang="en-US" sz="1600"/>
            <a:t>k</a:t>
          </a:r>
          <a:r>
            <a:rPr lang="en-US" sz="2000"/>
            <a:t> </a:t>
          </a:r>
          <a:r>
            <a:rPr lang="en-US" sz="1400"/>
            <a:t>patients’ records</a:t>
          </a:r>
        </a:p>
        <a:p>
          <a:endParaRPr lang="en-US" sz="1400" dirty="0"/>
        </a:p>
      </dgm:t>
    </dgm:pt>
    <dgm:pt modelId="{81B89A4D-9009-4CC3-AAAF-CD855DD3DB2D}" type="parTrans" cxnId="{01F79D1C-03C3-4D3F-9DAE-E11683B47536}">
      <dgm:prSet/>
      <dgm:spPr/>
      <dgm:t>
        <a:bodyPr/>
        <a:lstStyle/>
        <a:p>
          <a:endParaRPr lang="en-US"/>
        </a:p>
      </dgm:t>
    </dgm:pt>
    <dgm:pt modelId="{8F03F233-53AC-418E-9046-28EDC6078068}" type="sibTrans" cxnId="{01F79D1C-03C3-4D3F-9DAE-E11683B47536}">
      <dgm:prSet/>
      <dgm:spPr/>
      <dgm:t>
        <a:bodyPr/>
        <a:lstStyle/>
        <a:p>
          <a:endParaRPr lang="en-US"/>
        </a:p>
      </dgm:t>
    </dgm:pt>
    <dgm:pt modelId="{3982138E-E87D-49EE-ADDF-9708E9D9767C}">
      <dgm:prSet/>
      <dgm:spPr/>
      <dgm:t>
        <a:bodyPr/>
        <a:lstStyle/>
        <a:p>
          <a:r>
            <a:rPr lang="en-US" b="1"/>
            <a:t>WHEN</a:t>
          </a:r>
          <a:endParaRPr lang="en-US" dirty="0"/>
        </a:p>
      </dgm:t>
    </dgm:pt>
    <dgm:pt modelId="{9153D32B-FDB4-4AE9-8B66-D94AA3389F13}" type="parTrans" cxnId="{53B4C244-1EFC-4DC8-A4FB-D15E0A2DA4E5}">
      <dgm:prSet/>
      <dgm:spPr/>
      <dgm:t>
        <a:bodyPr/>
        <a:lstStyle/>
        <a:p>
          <a:endParaRPr lang="en-US"/>
        </a:p>
      </dgm:t>
    </dgm:pt>
    <dgm:pt modelId="{9F16A8E0-A704-4799-9C7F-94D2DE7018F0}" type="sibTrans" cxnId="{53B4C244-1EFC-4DC8-A4FB-D15E0A2DA4E5}">
      <dgm:prSet/>
      <dgm:spPr/>
      <dgm:t>
        <a:bodyPr/>
        <a:lstStyle/>
        <a:p>
          <a:endParaRPr lang="en-US"/>
        </a:p>
      </dgm:t>
    </dgm:pt>
    <dgm:pt modelId="{FA1AE80D-998E-47D8-A488-D78F206E8BB5}">
      <dgm:prSet custT="1"/>
      <dgm:spPr/>
      <dgm:t>
        <a:bodyPr/>
        <a:lstStyle/>
        <a:p>
          <a:r>
            <a:rPr lang="en-US" sz="2000"/>
            <a:t>2024 –2025</a:t>
          </a:r>
        </a:p>
        <a:p>
          <a:r>
            <a:rPr lang="en-US" sz="1400" b="0" i="0"/>
            <a:t>Morning, Evening, Night</a:t>
          </a:r>
          <a:endParaRPr lang="en-US" sz="1400" dirty="0"/>
        </a:p>
      </dgm:t>
    </dgm:pt>
    <dgm:pt modelId="{10B6448C-8A0A-4DB7-925C-064C87B9B61C}" type="parTrans" cxnId="{2B42CA68-1BE3-4559-B93B-D9DFC0BE1D7D}">
      <dgm:prSet/>
      <dgm:spPr/>
      <dgm:t>
        <a:bodyPr/>
        <a:lstStyle/>
        <a:p>
          <a:endParaRPr lang="en-US"/>
        </a:p>
      </dgm:t>
    </dgm:pt>
    <dgm:pt modelId="{C6868034-02CE-4267-A025-1EA42CB9423F}" type="sibTrans" cxnId="{2B42CA68-1BE3-4559-B93B-D9DFC0BE1D7D}">
      <dgm:prSet/>
      <dgm:spPr/>
      <dgm:t>
        <a:bodyPr/>
        <a:lstStyle/>
        <a:p>
          <a:endParaRPr lang="en-US"/>
        </a:p>
      </dgm:t>
    </dgm:pt>
    <dgm:pt modelId="{D5B1CEC7-3B21-4BCD-A283-251EC8D80BD1}">
      <dgm:prSet/>
      <dgm:spPr/>
      <dgm:t>
        <a:bodyPr/>
        <a:lstStyle/>
        <a:p>
          <a:r>
            <a:rPr lang="en-US"/>
            <a:t>Operations</a:t>
          </a:r>
          <a:endParaRPr lang="en-US" dirty="0"/>
        </a:p>
      </dgm:t>
    </dgm:pt>
    <dgm:pt modelId="{DED4169C-0016-4FB9-B6BC-33D968E34693}" type="parTrans" cxnId="{F3451AD7-3B2D-4B4F-85D5-63FC9766075A}">
      <dgm:prSet/>
      <dgm:spPr/>
      <dgm:t>
        <a:bodyPr/>
        <a:lstStyle/>
        <a:p>
          <a:endParaRPr lang="en-US"/>
        </a:p>
      </dgm:t>
    </dgm:pt>
    <dgm:pt modelId="{1A5144E9-4A9B-4230-A4CA-82674A25D8FC}" type="sibTrans" cxnId="{F3451AD7-3B2D-4B4F-85D5-63FC9766075A}">
      <dgm:prSet/>
      <dgm:spPr/>
      <dgm:t>
        <a:bodyPr/>
        <a:lstStyle/>
        <a:p>
          <a:endParaRPr lang="en-US"/>
        </a:p>
      </dgm:t>
    </dgm:pt>
    <dgm:pt modelId="{2B4389F6-94F0-4ED4-B6BA-440507025660}">
      <dgm:prSet/>
      <dgm:spPr/>
      <dgm:t>
        <a:bodyPr/>
        <a:lstStyle/>
        <a:p>
          <a:r>
            <a:rPr lang="en-US"/>
            <a:t>Finance</a:t>
          </a:r>
          <a:endParaRPr lang="en-US" dirty="0"/>
        </a:p>
      </dgm:t>
    </dgm:pt>
    <dgm:pt modelId="{04C5E4A0-8301-4465-B24F-6C42638730FD}" type="parTrans" cxnId="{C5B790BD-180B-4059-A804-8591870AF7BA}">
      <dgm:prSet/>
      <dgm:spPr/>
      <dgm:t>
        <a:bodyPr/>
        <a:lstStyle/>
        <a:p>
          <a:endParaRPr lang="en-US"/>
        </a:p>
      </dgm:t>
    </dgm:pt>
    <dgm:pt modelId="{CD65E42E-3E0A-4867-B93E-B52C127FA90D}" type="sibTrans" cxnId="{C5B790BD-180B-4059-A804-8591870AF7BA}">
      <dgm:prSet/>
      <dgm:spPr/>
      <dgm:t>
        <a:bodyPr/>
        <a:lstStyle/>
        <a:p>
          <a:endParaRPr lang="en-US"/>
        </a:p>
      </dgm:t>
    </dgm:pt>
    <dgm:pt modelId="{D94B748B-EEEB-4D79-B549-35A77209F65A}">
      <dgm:prSet/>
      <dgm:spPr/>
      <dgm:t>
        <a:bodyPr/>
        <a:lstStyle/>
        <a:p>
          <a:r>
            <a:rPr lang="en-US"/>
            <a:t>Experience</a:t>
          </a:r>
          <a:endParaRPr lang="en-US" dirty="0"/>
        </a:p>
      </dgm:t>
    </dgm:pt>
    <dgm:pt modelId="{EB626949-36C8-4CF3-B823-45F91A74C91C}" type="parTrans" cxnId="{301B1DE4-AEC5-489E-8F02-2C14674249E3}">
      <dgm:prSet/>
      <dgm:spPr/>
      <dgm:t>
        <a:bodyPr/>
        <a:lstStyle/>
        <a:p>
          <a:endParaRPr lang="en-US"/>
        </a:p>
      </dgm:t>
    </dgm:pt>
    <dgm:pt modelId="{C9B5800B-23B9-48BE-825E-835BD3D00E8F}" type="sibTrans" cxnId="{301B1DE4-AEC5-489E-8F02-2C14674249E3}">
      <dgm:prSet/>
      <dgm:spPr/>
      <dgm:t>
        <a:bodyPr/>
        <a:lstStyle/>
        <a:p>
          <a:endParaRPr lang="en-US"/>
        </a:p>
      </dgm:t>
    </dgm:pt>
    <dgm:pt modelId="{0126043B-DFAE-4B2D-A2DB-7E91F84E1735}">
      <dgm:prSet/>
      <dgm:spPr/>
      <dgm:t>
        <a:bodyPr/>
        <a:lstStyle/>
        <a:p>
          <a:r>
            <a:rPr lang="en-US"/>
            <a:t>Clinical</a:t>
          </a:r>
          <a:endParaRPr lang="en-US" dirty="0"/>
        </a:p>
      </dgm:t>
    </dgm:pt>
    <dgm:pt modelId="{3F07C417-4B75-4365-864A-273B5DEE795D}" type="parTrans" cxnId="{5D6AD4F2-AAF0-4258-B4C4-9D26A7BEBA3B}">
      <dgm:prSet/>
      <dgm:spPr/>
      <dgm:t>
        <a:bodyPr/>
        <a:lstStyle/>
        <a:p>
          <a:endParaRPr lang="en-US"/>
        </a:p>
      </dgm:t>
    </dgm:pt>
    <dgm:pt modelId="{B4B7B9B1-07AA-4063-8CB8-5ED5E265B58D}" type="sibTrans" cxnId="{5D6AD4F2-AAF0-4258-B4C4-9D26A7BEBA3B}">
      <dgm:prSet/>
      <dgm:spPr/>
      <dgm:t>
        <a:bodyPr/>
        <a:lstStyle/>
        <a:p>
          <a:endParaRPr lang="en-US"/>
        </a:p>
      </dgm:t>
    </dgm:pt>
    <dgm:pt modelId="{8F9BC9E1-AD33-44C4-AF0B-AAF29E225914}" type="pres">
      <dgm:prSet presAssocID="{71B6D3F8-5B40-49E3-851F-DB260B0ADA8A}" presName="diagram" presStyleCnt="0">
        <dgm:presLayoutVars>
          <dgm:dir/>
          <dgm:resizeHandles val="exact"/>
        </dgm:presLayoutVars>
      </dgm:prSet>
      <dgm:spPr/>
    </dgm:pt>
    <dgm:pt modelId="{BE7A2DE4-8491-456D-95BE-1F1FC739CB94}" type="pres">
      <dgm:prSet presAssocID="{E5B1E92C-F6B8-4D8B-B773-ECE11520155A}" presName="node" presStyleLbl="node1" presStyleIdx="0" presStyleCnt="8">
        <dgm:presLayoutVars>
          <dgm:bulletEnabled val="1"/>
        </dgm:presLayoutVars>
      </dgm:prSet>
      <dgm:spPr/>
    </dgm:pt>
    <dgm:pt modelId="{08AE81DE-76D1-43DA-B1EB-5ACE34982D2C}" type="pres">
      <dgm:prSet presAssocID="{F087E268-6A88-456A-B1B2-C843C1C19BCC}" presName="sibTrans" presStyleCnt="0"/>
      <dgm:spPr/>
    </dgm:pt>
    <dgm:pt modelId="{EF193A01-F260-41C6-9B6A-8F3D2652FCFC}" type="pres">
      <dgm:prSet presAssocID="{F9DDFA0E-1EB4-4300-BBFB-7B45CEE67FC0}" presName="node" presStyleLbl="node1" presStyleIdx="1" presStyleCnt="8">
        <dgm:presLayoutVars>
          <dgm:bulletEnabled val="1"/>
        </dgm:presLayoutVars>
      </dgm:prSet>
      <dgm:spPr/>
    </dgm:pt>
    <dgm:pt modelId="{CCB1C888-1CCA-4E58-8207-BD08A8B4943E}" type="pres">
      <dgm:prSet presAssocID="{8F03F233-53AC-418E-9046-28EDC6078068}" presName="sibTrans" presStyleCnt="0"/>
      <dgm:spPr/>
    </dgm:pt>
    <dgm:pt modelId="{D2B49D61-C5FC-4F4E-A6A7-1B50BCF6A018}" type="pres">
      <dgm:prSet presAssocID="{D5B1CEC7-3B21-4BCD-A283-251EC8D80BD1}" presName="node" presStyleLbl="node1" presStyleIdx="2" presStyleCnt="8">
        <dgm:presLayoutVars>
          <dgm:bulletEnabled val="1"/>
        </dgm:presLayoutVars>
      </dgm:prSet>
      <dgm:spPr/>
    </dgm:pt>
    <dgm:pt modelId="{D87C70A6-CD95-4378-8DA5-22F7E9F8D035}" type="pres">
      <dgm:prSet presAssocID="{1A5144E9-4A9B-4230-A4CA-82674A25D8FC}" presName="sibTrans" presStyleCnt="0"/>
      <dgm:spPr/>
    </dgm:pt>
    <dgm:pt modelId="{2F71D2DA-D116-49B3-9700-F657630A9792}" type="pres">
      <dgm:prSet presAssocID="{2B4389F6-94F0-4ED4-B6BA-440507025660}" presName="node" presStyleLbl="node1" presStyleIdx="3" presStyleCnt="8">
        <dgm:presLayoutVars>
          <dgm:bulletEnabled val="1"/>
        </dgm:presLayoutVars>
      </dgm:prSet>
      <dgm:spPr/>
    </dgm:pt>
    <dgm:pt modelId="{E796993D-2BC0-4F6D-AA5A-E9ECFFFA78E5}" type="pres">
      <dgm:prSet presAssocID="{CD65E42E-3E0A-4867-B93E-B52C127FA90D}" presName="sibTrans" presStyleCnt="0"/>
      <dgm:spPr/>
    </dgm:pt>
    <dgm:pt modelId="{3B3B1F3C-AAE2-4D07-B97B-E9B02FF4618F}" type="pres">
      <dgm:prSet presAssocID="{D94B748B-EEEB-4D79-B549-35A77209F65A}" presName="node" presStyleLbl="node1" presStyleIdx="4" presStyleCnt="8">
        <dgm:presLayoutVars>
          <dgm:bulletEnabled val="1"/>
        </dgm:presLayoutVars>
      </dgm:prSet>
      <dgm:spPr/>
    </dgm:pt>
    <dgm:pt modelId="{4FCF03EE-0F4B-45F1-A68A-FE3877574F4A}" type="pres">
      <dgm:prSet presAssocID="{C9B5800B-23B9-48BE-825E-835BD3D00E8F}" presName="sibTrans" presStyleCnt="0"/>
      <dgm:spPr/>
    </dgm:pt>
    <dgm:pt modelId="{1D4391AA-E897-4B26-9147-05DBB90A30A9}" type="pres">
      <dgm:prSet presAssocID="{0126043B-DFAE-4B2D-A2DB-7E91F84E1735}" presName="node" presStyleLbl="node1" presStyleIdx="5" presStyleCnt="8">
        <dgm:presLayoutVars>
          <dgm:bulletEnabled val="1"/>
        </dgm:presLayoutVars>
      </dgm:prSet>
      <dgm:spPr/>
    </dgm:pt>
    <dgm:pt modelId="{7ECAD806-CF22-4FA9-9053-1927E34DBE56}" type="pres">
      <dgm:prSet presAssocID="{B4B7B9B1-07AA-4063-8CB8-5ED5E265B58D}" presName="sibTrans" presStyleCnt="0"/>
      <dgm:spPr/>
    </dgm:pt>
    <dgm:pt modelId="{4BA00241-747B-4B99-8841-65EAE9E1907C}" type="pres">
      <dgm:prSet presAssocID="{3982138E-E87D-49EE-ADDF-9708E9D9767C}" presName="node" presStyleLbl="node1" presStyleIdx="6" presStyleCnt="8">
        <dgm:presLayoutVars>
          <dgm:bulletEnabled val="1"/>
        </dgm:presLayoutVars>
      </dgm:prSet>
      <dgm:spPr/>
    </dgm:pt>
    <dgm:pt modelId="{C81E8264-387B-4685-AAB8-05BF0E21E0C5}" type="pres">
      <dgm:prSet presAssocID="{9F16A8E0-A704-4799-9C7F-94D2DE7018F0}" presName="sibTrans" presStyleCnt="0"/>
      <dgm:spPr/>
    </dgm:pt>
    <dgm:pt modelId="{1B6397B3-5E2E-40B4-8148-7BDFFA393ED0}" type="pres">
      <dgm:prSet presAssocID="{FA1AE80D-998E-47D8-A488-D78F206E8BB5}" presName="node" presStyleLbl="node1" presStyleIdx="7" presStyleCnt="8">
        <dgm:presLayoutVars>
          <dgm:bulletEnabled val="1"/>
        </dgm:presLayoutVars>
      </dgm:prSet>
      <dgm:spPr/>
    </dgm:pt>
  </dgm:ptLst>
  <dgm:cxnLst>
    <dgm:cxn modelId="{76B40B09-D8EE-49CA-B099-BDEF435E6E87}" type="presOf" srcId="{E5B1E92C-F6B8-4D8B-B773-ECE11520155A}" destId="{BE7A2DE4-8491-456D-95BE-1F1FC739CB94}" srcOrd="0" destOrd="0" presId="urn:microsoft.com/office/officeart/2005/8/layout/default"/>
    <dgm:cxn modelId="{03506A1B-EFAC-4BD6-B674-62BC7EEC5550}" type="presOf" srcId="{D94B748B-EEEB-4D79-B549-35A77209F65A}" destId="{3B3B1F3C-AAE2-4D07-B97B-E9B02FF4618F}" srcOrd="0" destOrd="0" presId="urn:microsoft.com/office/officeart/2005/8/layout/default"/>
    <dgm:cxn modelId="{01F79D1C-03C3-4D3F-9DAE-E11683B47536}" srcId="{71B6D3F8-5B40-49E3-851F-DB260B0ADA8A}" destId="{F9DDFA0E-1EB4-4300-BBFB-7B45CEE67FC0}" srcOrd="1" destOrd="0" parTransId="{81B89A4D-9009-4CC3-AAAF-CD855DD3DB2D}" sibTransId="{8F03F233-53AC-418E-9046-28EDC6078068}"/>
    <dgm:cxn modelId="{0F28B95D-A650-453D-AF2B-9801510B6808}" type="presOf" srcId="{2B4389F6-94F0-4ED4-B6BA-440507025660}" destId="{2F71D2DA-D116-49B3-9700-F657630A9792}" srcOrd="0" destOrd="0" presId="urn:microsoft.com/office/officeart/2005/8/layout/default"/>
    <dgm:cxn modelId="{77B1CE5D-E0B4-47E5-8731-948FACAAB93F}" type="presOf" srcId="{3982138E-E87D-49EE-ADDF-9708E9D9767C}" destId="{4BA00241-747B-4B99-8841-65EAE9E1907C}" srcOrd="0" destOrd="0" presId="urn:microsoft.com/office/officeart/2005/8/layout/default"/>
    <dgm:cxn modelId="{53B4C244-1EFC-4DC8-A4FB-D15E0A2DA4E5}" srcId="{71B6D3F8-5B40-49E3-851F-DB260B0ADA8A}" destId="{3982138E-E87D-49EE-ADDF-9708E9D9767C}" srcOrd="6" destOrd="0" parTransId="{9153D32B-FDB4-4AE9-8B66-D94AA3389F13}" sibTransId="{9F16A8E0-A704-4799-9C7F-94D2DE7018F0}"/>
    <dgm:cxn modelId="{52D20145-FB67-4E39-A165-5E553D7BD30C}" srcId="{71B6D3F8-5B40-49E3-851F-DB260B0ADA8A}" destId="{E5B1E92C-F6B8-4D8B-B773-ECE11520155A}" srcOrd="0" destOrd="0" parTransId="{DC7CAE9F-4F30-4712-BC9C-8A1C7DD5D7BE}" sibTransId="{F087E268-6A88-456A-B1B2-C843C1C19BCC}"/>
    <dgm:cxn modelId="{2B42CA68-1BE3-4559-B93B-D9DFC0BE1D7D}" srcId="{71B6D3F8-5B40-49E3-851F-DB260B0ADA8A}" destId="{FA1AE80D-998E-47D8-A488-D78F206E8BB5}" srcOrd="7" destOrd="0" parTransId="{10B6448C-8A0A-4DB7-925C-064C87B9B61C}" sibTransId="{C6868034-02CE-4267-A025-1EA42CB9423F}"/>
    <dgm:cxn modelId="{0CE3DA4C-020B-4B1B-BD51-EF8AA7304E20}" type="presOf" srcId="{0126043B-DFAE-4B2D-A2DB-7E91F84E1735}" destId="{1D4391AA-E897-4B26-9147-05DBB90A30A9}" srcOrd="0" destOrd="0" presId="urn:microsoft.com/office/officeart/2005/8/layout/default"/>
    <dgm:cxn modelId="{508A9F7E-E605-4FBB-9662-7CA5C6E7C021}" type="presOf" srcId="{FA1AE80D-998E-47D8-A488-D78F206E8BB5}" destId="{1B6397B3-5E2E-40B4-8148-7BDFFA393ED0}" srcOrd="0" destOrd="0" presId="urn:microsoft.com/office/officeart/2005/8/layout/default"/>
    <dgm:cxn modelId="{21B9A07E-D043-4BF9-AC16-CEC6058520C6}" type="presOf" srcId="{71B6D3F8-5B40-49E3-851F-DB260B0ADA8A}" destId="{8F9BC9E1-AD33-44C4-AF0B-AAF29E225914}" srcOrd="0" destOrd="0" presId="urn:microsoft.com/office/officeart/2005/8/layout/default"/>
    <dgm:cxn modelId="{C5B790BD-180B-4059-A804-8591870AF7BA}" srcId="{71B6D3F8-5B40-49E3-851F-DB260B0ADA8A}" destId="{2B4389F6-94F0-4ED4-B6BA-440507025660}" srcOrd="3" destOrd="0" parTransId="{04C5E4A0-8301-4465-B24F-6C42638730FD}" sibTransId="{CD65E42E-3E0A-4867-B93E-B52C127FA90D}"/>
    <dgm:cxn modelId="{F3451AD7-3B2D-4B4F-85D5-63FC9766075A}" srcId="{71B6D3F8-5B40-49E3-851F-DB260B0ADA8A}" destId="{D5B1CEC7-3B21-4BCD-A283-251EC8D80BD1}" srcOrd="2" destOrd="0" parTransId="{DED4169C-0016-4FB9-B6BC-33D968E34693}" sibTransId="{1A5144E9-4A9B-4230-A4CA-82674A25D8FC}"/>
    <dgm:cxn modelId="{857B69D9-63A2-4E4F-B931-C9A7C5183F0C}" type="presOf" srcId="{D5B1CEC7-3B21-4BCD-A283-251EC8D80BD1}" destId="{D2B49D61-C5FC-4F4E-A6A7-1B50BCF6A018}" srcOrd="0" destOrd="0" presId="urn:microsoft.com/office/officeart/2005/8/layout/default"/>
    <dgm:cxn modelId="{301B1DE4-AEC5-489E-8F02-2C14674249E3}" srcId="{71B6D3F8-5B40-49E3-851F-DB260B0ADA8A}" destId="{D94B748B-EEEB-4D79-B549-35A77209F65A}" srcOrd="4" destOrd="0" parTransId="{EB626949-36C8-4CF3-B823-45F91A74C91C}" sibTransId="{C9B5800B-23B9-48BE-825E-835BD3D00E8F}"/>
    <dgm:cxn modelId="{5D6AD4F2-AAF0-4258-B4C4-9D26A7BEBA3B}" srcId="{71B6D3F8-5B40-49E3-851F-DB260B0ADA8A}" destId="{0126043B-DFAE-4B2D-A2DB-7E91F84E1735}" srcOrd="5" destOrd="0" parTransId="{3F07C417-4B75-4365-864A-273B5DEE795D}" sibTransId="{B4B7B9B1-07AA-4063-8CB8-5ED5E265B58D}"/>
    <dgm:cxn modelId="{A63102FF-DB44-48A3-A879-D83911E13E35}" type="presOf" srcId="{F9DDFA0E-1EB4-4300-BBFB-7B45CEE67FC0}" destId="{EF193A01-F260-41C6-9B6A-8F3D2652FCFC}" srcOrd="0" destOrd="0" presId="urn:microsoft.com/office/officeart/2005/8/layout/default"/>
    <dgm:cxn modelId="{34839004-B25F-4A11-84EF-49169516C970}" type="presParOf" srcId="{8F9BC9E1-AD33-44C4-AF0B-AAF29E225914}" destId="{BE7A2DE4-8491-456D-95BE-1F1FC739CB94}" srcOrd="0" destOrd="0" presId="urn:microsoft.com/office/officeart/2005/8/layout/default"/>
    <dgm:cxn modelId="{06987EF8-8903-48AF-8758-AE4F8F8D84AC}" type="presParOf" srcId="{8F9BC9E1-AD33-44C4-AF0B-AAF29E225914}" destId="{08AE81DE-76D1-43DA-B1EB-5ACE34982D2C}" srcOrd="1" destOrd="0" presId="urn:microsoft.com/office/officeart/2005/8/layout/default"/>
    <dgm:cxn modelId="{118EEE6A-3F26-4CF9-8654-29F5E446952E}" type="presParOf" srcId="{8F9BC9E1-AD33-44C4-AF0B-AAF29E225914}" destId="{EF193A01-F260-41C6-9B6A-8F3D2652FCFC}" srcOrd="2" destOrd="0" presId="urn:microsoft.com/office/officeart/2005/8/layout/default"/>
    <dgm:cxn modelId="{0AB98B5A-72FE-4F89-9AEE-83B5E50D137E}" type="presParOf" srcId="{8F9BC9E1-AD33-44C4-AF0B-AAF29E225914}" destId="{CCB1C888-1CCA-4E58-8207-BD08A8B4943E}" srcOrd="3" destOrd="0" presId="urn:microsoft.com/office/officeart/2005/8/layout/default"/>
    <dgm:cxn modelId="{7D5D6101-F0ED-467D-8120-6A7E8BCB28BD}" type="presParOf" srcId="{8F9BC9E1-AD33-44C4-AF0B-AAF29E225914}" destId="{D2B49D61-C5FC-4F4E-A6A7-1B50BCF6A018}" srcOrd="4" destOrd="0" presId="urn:microsoft.com/office/officeart/2005/8/layout/default"/>
    <dgm:cxn modelId="{7B70EA8D-490B-4835-8EC8-FB9A936FE07C}" type="presParOf" srcId="{8F9BC9E1-AD33-44C4-AF0B-AAF29E225914}" destId="{D87C70A6-CD95-4378-8DA5-22F7E9F8D035}" srcOrd="5" destOrd="0" presId="urn:microsoft.com/office/officeart/2005/8/layout/default"/>
    <dgm:cxn modelId="{372EAAB9-8C19-4C7D-9AA4-3856EFEFF520}" type="presParOf" srcId="{8F9BC9E1-AD33-44C4-AF0B-AAF29E225914}" destId="{2F71D2DA-D116-49B3-9700-F657630A9792}" srcOrd="6" destOrd="0" presId="urn:microsoft.com/office/officeart/2005/8/layout/default"/>
    <dgm:cxn modelId="{B8E7868A-09B1-401E-80F5-B61E452804A4}" type="presParOf" srcId="{8F9BC9E1-AD33-44C4-AF0B-AAF29E225914}" destId="{E796993D-2BC0-4F6D-AA5A-E9ECFFFA78E5}" srcOrd="7" destOrd="0" presId="urn:microsoft.com/office/officeart/2005/8/layout/default"/>
    <dgm:cxn modelId="{43A3121F-E0A2-4862-B7E7-AC0667A7F21F}" type="presParOf" srcId="{8F9BC9E1-AD33-44C4-AF0B-AAF29E225914}" destId="{3B3B1F3C-AAE2-4D07-B97B-E9B02FF4618F}" srcOrd="8" destOrd="0" presId="urn:microsoft.com/office/officeart/2005/8/layout/default"/>
    <dgm:cxn modelId="{92FFE50B-9462-43AB-9672-924194BBC6A7}" type="presParOf" srcId="{8F9BC9E1-AD33-44C4-AF0B-AAF29E225914}" destId="{4FCF03EE-0F4B-45F1-A68A-FE3877574F4A}" srcOrd="9" destOrd="0" presId="urn:microsoft.com/office/officeart/2005/8/layout/default"/>
    <dgm:cxn modelId="{99CE9B08-341F-45B2-B57D-5F0779EF6735}" type="presParOf" srcId="{8F9BC9E1-AD33-44C4-AF0B-AAF29E225914}" destId="{1D4391AA-E897-4B26-9147-05DBB90A30A9}" srcOrd="10" destOrd="0" presId="urn:microsoft.com/office/officeart/2005/8/layout/default"/>
    <dgm:cxn modelId="{E601092A-8554-41FB-B70F-CA1830B6122E}" type="presParOf" srcId="{8F9BC9E1-AD33-44C4-AF0B-AAF29E225914}" destId="{7ECAD806-CF22-4FA9-9053-1927E34DBE56}" srcOrd="11" destOrd="0" presId="urn:microsoft.com/office/officeart/2005/8/layout/default"/>
    <dgm:cxn modelId="{5D9C0F4B-458C-4E55-91D8-B1B3E16D6335}" type="presParOf" srcId="{8F9BC9E1-AD33-44C4-AF0B-AAF29E225914}" destId="{4BA00241-747B-4B99-8841-65EAE9E1907C}" srcOrd="12" destOrd="0" presId="urn:microsoft.com/office/officeart/2005/8/layout/default"/>
    <dgm:cxn modelId="{C0320BBD-9C00-4AFD-B0D3-3A9A64922C4A}" type="presParOf" srcId="{8F9BC9E1-AD33-44C4-AF0B-AAF29E225914}" destId="{C81E8264-387B-4685-AAB8-05BF0E21E0C5}" srcOrd="13" destOrd="0" presId="urn:microsoft.com/office/officeart/2005/8/layout/default"/>
    <dgm:cxn modelId="{EA0653A0-DAAE-4030-B657-2524CB43EA47}" type="presParOf" srcId="{8F9BC9E1-AD33-44C4-AF0B-AAF29E225914}" destId="{1B6397B3-5E2E-40B4-8148-7BDFFA393ED0}" srcOrd="1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F319D61-4B66-42E7-8517-21C913E5F6AF}" type="doc">
      <dgm:prSet loTypeId="urn:microsoft.com/office/officeart/2018/2/layout/IconLabelList" loCatId="icon" qsTypeId="urn:microsoft.com/office/officeart/2005/8/quickstyle/3d1" qsCatId="3D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92DEACAD-DADC-439A-BBBF-0511036033BF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b="1" dirty="0"/>
            <a:t>WHERE ?</a:t>
          </a:r>
          <a:endParaRPr lang="en-US" sz="1600" dirty="0"/>
        </a:p>
      </dgm:t>
    </dgm:pt>
    <dgm:pt modelId="{A7C13182-9FCC-4F85-8266-296F776B92AF}" type="parTrans" cxnId="{B6901D69-C404-42EA-949C-080FAC17E86B}">
      <dgm:prSet/>
      <dgm:spPr/>
      <dgm:t>
        <a:bodyPr/>
        <a:lstStyle/>
        <a:p>
          <a:endParaRPr lang="en-US"/>
        </a:p>
      </dgm:t>
    </dgm:pt>
    <dgm:pt modelId="{923D5ADD-017D-4AEA-8329-A6C6B49AA544}" type="sibTrans" cxnId="{B6901D69-C404-42EA-949C-080FAC17E86B}">
      <dgm:prSet/>
      <dgm:spPr/>
      <dgm:t>
        <a:bodyPr/>
        <a:lstStyle/>
        <a:p>
          <a:endParaRPr lang="en-US"/>
        </a:p>
      </dgm:t>
    </dgm:pt>
    <dgm:pt modelId="{68B1076A-AA7D-45E1-A4BA-BADB4C33260F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b="1" dirty="0"/>
            <a:t>North, South, East, West, Central Departments	</a:t>
          </a:r>
          <a:endParaRPr lang="en-US" sz="1600" dirty="0"/>
        </a:p>
      </dgm:t>
    </dgm:pt>
    <dgm:pt modelId="{5976FBAA-814D-4797-9B5A-176AB0E80A12}" type="parTrans" cxnId="{468A2FE7-2772-42C7-A3D7-F51E81C448E1}">
      <dgm:prSet/>
      <dgm:spPr/>
      <dgm:t>
        <a:bodyPr/>
        <a:lstStyle/>
        <a:p>
          <a:endParaRPr lang="en-US"/>
        </a:p>
      </dgm:t>
    </dgm:pt>
    <dgm:pt modelId="{BA5F8C38-9907-4963-AD7F-EACA05E61E5B}" type="sibTrans" cxnId="{468A2FE7-2772-42C7-A3D7-F51E81C448E1}">
      <dgm:prSet/>
      <dgm:spPr/>
      <dgm:t>
        <a:bodyPr/>
        <a:lstStyle/>
        <a:p>
          <a:endParaRPr lang="en-US"/>
        </a:p>
      </dgm:t>
    </dgm:pt>
    <dgm:pt modelId="{1D9DDDB9-8D7A-4732-8D15-C358DDC3521A}">
      <dgm:prSet custT="1"/>
      <dgm:spPr/>
      <dgm:t>
        <a:bodyPr/>
        <a:lstStyle/>
        <a:p>
          <a:pPr algn="l">
            <a:lnSpc>
              <a:spcPct val="100000"/>
            </a:lnSpc>
          </a:pPr>
          <a:r>
            <a:rPr lang="en-US" sz="1600" b="1" dirty="0"/>
            <a:t>Oncology, Cardiology, Emergency, General Surgery, Orthopedics, Neurology, Pediatrics, Maternity</a:t>
          </a:r>
          <a:endParaRPr lang="en-US" sz="1600" dirty="0"/>
        </a:p>
      </dgm:t>
    </dgm:pt>
    <dgm:pt modelId="{A60703A0-D858-4650-9C86-D6EA2CEADA35}" type="parTrans" cxnId="{47A63ED0-592B-4F31-BF25-5BA85E7817CD}">
      <dgm:prSet/>
      <dgm:spPr/>
      <dgm:t>
        <a:bodyPr/>
        <a:lstStyle/>
        <a:p>
          <a:endParaRPr lang="en-US"/>
        </a:p>
      </dgm:t>
    </dgm:pt>
    <dgm:pt modelId="{0A891D93-308A-48D0-AC9C-E53CAE10A99F}" type="sibTrans" cxnId="{47A63ED0-592B-4F31-BF25-5BA85E7817CD}">
      <dgm:prSet/>
      <dgm:spPr/>
      <dgm:t>
        <a:bodyPr/>
        <a:lstStyle/>
        <a:p>
          <a:endParaRPr lang="en-US"/>
        </a:p>
      </dgm:t>
    </dgm:pt>
    <dgm:pt modelId="{C67E4915-F7D6-4FCF-A820-D7155BD1A32A}" type="pres">
      <dgm:prSet presAssocID="{8F319D61-4B66-42E7-8517-21C913E5F6AF}" presName="root" presStyleCnt="0">
        <dgm:presLayoutVars>
          <dgm:dir/>
          <dgm:resizeHandles val="exact"/>
        </dgm:presLayoutVars>
      </dgm:prSet>
      <dgm:spPr/>
    </dgm:pt>
    <dgm:pt modelId="{25EAE5C0-66EB-42E0-A6D0-7685D96AA7FE}" type="pres">
      <dgm:prSet presAssocID="{92DEACAD-DADC-439A-BBBF-0511036033BF}" presName="compNode" presStyleCnt="0"/>
      <dgm:spPr/>
    </dgm:pt>
    <dgm:pt modelId="{B039F308-7730-44AB-A385-2A44E460D1CA}" type="pres">
      <dgm:prSet presAssocID="{92DEACAD-DADC-439A-BBBF-0511036033BF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p compass"/>
        </a:ext>
      </dgm:extLst>
    </dgm:pt>
    <dgm:pt modelId="{71BFB434-D804-4E76-9BFE-CCDD739B01D2}" type="pres">
      <dgm:prSet presAssocID="{92DEACAD-DADC-439A-BBBF-0511036033BF}" presName="spaceRect" presStyleCnt="0"/>
      <dgm:spPr/>
    </dgm:pt>
    <dgm:pt modelId="{EA4D9695-8B55-4CD7-BE8E-F6FCFB909820}" type="pres">
      <dgm:prSet presAssocID="{92DEACAD-DADC-439A-BBBF-0511036033BF}" presName="textRect" presStyleLbl="revTx" presStyleIdx="0" presStyleCnt="3">
        <dgm:presLayoutVars>
          <dgm:chMax val="1"/>
          <dgm:chPref val="1"/>
        </dgm:presLayoutVars>
      </dgm:prSet>
      <dgm:spPr/>
    </dgm:pt>
    <dgm:pt modelId="{0F53114E-AE2A-4246-8EC1-E6CDAFA1B121}" type="pres">
      <dgm:prSet presAssocID="{923D5ADD-017D-4AEA-8329-A6C6B49AA544}" presName="sibTrans" presStyleCnt="0"/>
      <dgm:spPr/>
    </dgm:pt>
    <dgm:pt modelId="{9D1B36BD-B5D0-4843-96AE-B2DE4AC75483}" type="pres">
      <dgm:prSet presAssocID="{68B1076A-AA7D-45E1-A4BA-BADB4C33260F}" presName="compNode" presStyleCnt="0"/>
      <dgm:spPr/>
    </dgm:pt>
    <dgm:pt modelId="{BF509B73-C3DB-496D-B109-5D4BBC6C7AAA}" type="pres">
      <dgm:prSet presAssocID="{68B1076A-AA7D-45E1-A4BA-BADB4C33260F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ass"/>
        </a:ext>
      </dgm:extLst>
    </dgm:pt>
    <dgm:pt modelId="{1F58720B-F129-471F-A253-33B80510E427}" type="pres">
      <dgm:prSet presAssocID="{68B1076A-AA7D-45E1-A4BA-BADB4C33260F}" presName="spaceRect" presStyleCnt="0"/>
      <dgm:spPr/>
    </dgm:pt>
    <dgm:pt modelId="{9F0F2AFD-B76A-4959-A488-292766CAA877}" type="pres">
      <dgm:prSet presAssocID="{68B1076A-AA7D-45E1-A4BA-BADB4C33260F}" presName="textRect" presStyleLbl="revTx" presStyleIdx="1" presStyleCnt="3">
        <dgm:presLayoutVars>
          <dgm:chMax val="1"/>
          <dgm:chPref val="1"/>
        </dgm:presLayoutVars>
      </dgm:prSet>
      <dgm:spPr/>
    </dgm:pt>
    <dgm:pt modelId="{7D0714D4-0EAC-4C45-931B-DBEF3AB1F69D}" type="pres">
      <dgm:prSet presAssocID="{BA5F8C38-9907-4963-AD7F-EACA05E61E5B}" presName="sibTrans" presStyleCnt="0"/>
      <dgm:spPr/>
    </dgm:pt>
    <dgm:pt modelId="{C1C7389E-E89D-4833-9075-0723DD613BDB}" type="pres">
      <dgm:prSet presAssocID="{1D9DDDB9-8D7A-4732-8D15-C358DDC3521A}" presName="compNode" presStyleCnt="0"/>
      <dgm:spPr/>
    </dgm:pt>
    <dgm:pt modelId="{848D0D92-B0F7-4A12-8FF2-0ECE0C0F2F8E}" type="pres">
      <dgm:prSet presAssocID="{1D9DDDB9-8D7A-4732-8D15-C358DDC3521A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ethoscope"/>
        </a:ext>
      </dgm:extLst>
    </dgm:pt>
    <dgm:pt modelId="{F6EAEAB5-97FC-4D51-91B5-EB387B8EDAAD}" type="pres">
      <dgm:prSet presAssocID="{1D9DDDB9-8D7A-4732-8D15-C358DDC3521A}" presName="spaceRect" presStyleCnt="0"/>
      <dgm:spPr/>
    </dgm:pt>
    <dgm:pt modelId="{085003AE-A4B0-4B33-95AE-73A20C7DA9D2}" type="pres">
      <dgm:prSet presAssocID="{1D9DDDB9-8D7A-4732-8D15-C358DDC3521A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2FBB273B-C4C9-4C7D-A67A-05457006CD40}" type="presOf" srcId="{68B1076A-AA7D-45E1-A4BA-BADB4C33260F}" destId="{9F0F2AFD-B76A-4959-A488-292766CAA877}" srcOrd="0" destOrd="0" presId="urn:microsoft.com/office/officeart/2018/2/layout/IconLabelList"/>
    <dgm:cxn modelId="{4901115E-6F24-4561-BB72-0A4AC781B5B5}" type="presOf" srcId="{92DEACAD-DADC-439A-BBBF-0511036033BF}" destId="{EA4D9695-8B55-4CD7-BE8E-F6FCFB909820}" srcOrd="0" destOrd="0" presId="urn:microsoft.com/office/officeart/2018/2/layout/IconLabelList"/>
    <dgm:cxn modelId="{B6901D69-C404-42EA-949C-080FAC17E86B}" srcId="{8F319D61-4B66-42E7-8517-21C913E5F6AF}" destId="{92DEACAD-DADC-439A-BBBF-0511036033BF}" srcOrd="0" destOrd="0" parTransId="{A7C13182-9FCC-4F85-8266-296F776B92AF}" sibTransId="{923D5ADD-017D-4AEA-8329-A6C6B49AA544}"/>
    <dgm:cxn modelId="{5E092B7E-1EB1-4744-A0A9-5510C8B565F5}" type="presOf" srcId="{8F319D61-4B66-42E7-8517-21C913E5F6AF}" destId="{C67E4915-F7D6-4FCF-A820-D7155BD1A32A}" srcOrd="0" destOrd="0" presId="urn:microsoft.com/office/officeart/2018/2/layout/IconLabelList"/>
    <dgm:cxn modelId="{47A63ED0-592B-4F31-BF25-5BA85E7817CD}" srcId="{8F319D61-4B66-42E7-8517-21C913E5F6AF}" destId="{1D9DDDB9-8D7A-4732-8D15-C358DDC3521A}" srcOrd="2" destOrd="0" parTransId="{A60703A0-D858-4650-9C86-D6EA2CEADA35}" sibTransId="{0A891D93-308A-48D0-AC9C-E53CAE10A99F}"/>
    <dgm:cxn modelId="{468A2FE7-2772-42C7-A3D7-F51E81C448E1}" srcId="{8F319D61-4B66-42E7-8517-21C913E5F6AF}" destId="{68B1076A-AA7D-45E1-A4BA-BADB4C33260F}" srcOrd="1" destOrd="0" parTransId="{5976FBAA-814D-4797-9B5A-176AB0E80A12}" sibTransId="{BA5F8C38-9907-4963-AD7F-EACA05E61E5B}"/>
    <dgm:cxn modelId="{B076B9F1-6783-4650-AA99-A87514813E48}" type="presOf" srcId="{1D9DDDB9-8D7A-4732-8D15-C358DDC3521A}" destId="{085003AE-A4B0-4B33-95AE-73A20C7DA9D2}" srcOrd="0" destOrd="0" presId="urn:microsoft.com/office/officeart/2018/2/layout/IconLabelList"/>
    <dgm:cxn modelId="{1FDDA761-C5C4-4BD4-BE80-304A791D6EB1}" type="presParOf" srcId="{C67E4915-F7D6-4FCF-A820-D7155BD1A32A}" destId="{25EAE5C0-66EB-42E0-A6D0-7685D96AA7FE}" srcOrd="0" destOrd="0" presId="urn:microsoft.com/office/officeart/2018/2/layout/IconLabelList"/>
    <dgm:cxn modelId="{9A24D71E-B06D-4455-B0B1-53491195EC1B}" type="presParOf" srcId="{25EAE5C0-66EB-42E0-A6D0-7685D96AA7FE}" destId="{B039F308-7730-44AB-A385-2A44E460D1CA}" srcOrd="0" destOrd="0" presId="urn:microsoft.com/office/officeart/2018/2/layout/IconLabelList"/>
    <dgm:cxn modelId="{CB6CEF0B-E41C-4281-978C-B101BE621CAB}" type="presParOf" srcId="{25EAE5C0-66EB-42E0-A6D0-7685D96AA7FE}" destId="{71BFB434-D804-4E76-9BFE-CCDD739B01D2}" srcOrd="1" destOrd="0" presId="urn:microsoft.com/office/officeart/2018/2/layout/IconLabelList"/>
    <dgm:cxn modelId="{F368DEFA-EF66-4215-8F7A-15F1D60B118B}" type="presParOf" srcId="{25EAE5C0-66EB-42E0-A6D0-7685D96AA7FE}" destId="{EA4D9695-8B55-4CD7-BE8E-F6FCFB909820}" srcOrd="2" destOrd="0" presId="urn:microsoft.com/office/officeart/2018/2/layout/IconLabelList"/>
    <dgm:cxn modelId="{3EF092E8-E306-4646-9665-A0081D1AF5FA}" type="presParOf" srcId="{C67E4915-F7D6-4FCF-A820-D7155BD1A32A}" destId="{0F53114E-AE2A-4246-8EC1-E6CDAFA1B121}" srcOrd="1" destOrd="0" presId="urn:microsoft.com/office/officeart/2018/2/layout/IconLabelList"/>
    <dgm:cxn modelId="{1313B928-FDEB-44FF-AC18-8A850B2335FC}" type="presParOf" srcId="{C67E4915-F7D6-4FCF-A820-D7155BD1A32A}" destId="{9D1B36BD-B5D0-4843-96AE-B2DE4AC75483}" srcOrd="2" destOrd="0" presId="urn:microsoft.com/office/officeart/2018/2/layout/IconLabelList"/>
    <dgm:cxn modelId="{8CE3E3CD-FB38-4108-BB16-6301E4B8BCF3}" type="presParOf" srcId="{9D1B36BD-B5D0-4843-96AE-B2DE4AC75483}" destId="{BF509B73-C3DB-496D-B109-5D4BBC6C7AAA}" srcOrd="0" destOrd="0" presId="urn:microsoft.com/office/officeart/2018/2/layout/IconLabelList"/>
    <dgm:cxn modelId="{EDF2CADF-79B1-4C29-935A-B4345FD97852}" type="presParOf" srcId="{9D1B36BD-B5D0-4843-96AE-B2DE4AC75483}" destId="{1F58720B-F129-471F-A253-33B80510E427}" srcOrd="1" destOrd="0" presId="urn:microsoft.com/office/officeart/2018/2/layout/IconLabelList"/>
    <dgm:cxn modelId="{80E3BCC5-3613-474D-91DC-7049E59E751C}" type="presParOf" srcId="{9D1B36BD-B5D0-4843-96AE-B2DE4AC75483}" destId="{9F0F2AFD-B76A-4959-A488-292766CAA877}" srcOrd="2" destOrd="0" presId="urn:microsoft.com/office/officeart/2018/2/layout/IconLabelList"/>
    <dgm:cxn modelId="{65DEFAFF-1EA4-4321-B5C4-649B8669A3B6}" type="presParOf" srcId="{C67E4915-F7D6-4FCF-A820-D7155BD1A32A}" destId="{7D0714D4-0EAC-4C45-931B-DBEF3AB1F69D}" srcOrd="3" destOrd="0" presId="urn:microsoft.com/office/officeart/2018/2/layout/IconLabelList"/>
    <dgm:cxn modelId="{1CA47047-13BE-4B1C-BEDC-7B651F2DB61C}" type="presParOf" srcId="{C67E4915-F7D6-4FCF-A820-D7155BD1A32A}" destId="{C1C7389E-E89D-4833-9075-0723DD613BDB}" srcOrd="4" destOrd="0" presId="urn:microsoft.com/office/officeart/2018/2/layout/IconLabelList"/>
    <dgm:cxn modelId="{49A8DDEF-2170-498C-80B0-CA4E51E99E29}" type="presParOf" srcId="{C1C7389E-E89D-4833-9075-0723DD613BDB}" destId="{848D0D92-B0F7-4A12-8FF2-0ECE0C0F2F8E}" srcOrd="0" destOrd="0" presId="urn:microsoft.com/office/officeart/2018/2/layout/IconLabelList"/>
    <dgm:cxn modelId="{B5C1E91F-E43F-4684-8F94-3987A438A34A}" type="presParOf" srcId="{C1C7389E-E89D-4833-9075-0723DD613BDB}" destId="{F6EAEAB5-97FC-4D51-91B5-EB387B8EDAAD}" srcOrd="1" destOrd="0" presId="urn:microsoft.com/office/officeart/2018/2/layout/IconLabelList"/>
    <dgm:cxn modelId="{CBDC8BEA-D9D7-4BAF-8DAB-A5DB388E0AEF}" type="presParOf" srcId="{C1C7389E-E89D-4833-9075-0723DD613BDB}" destId="{085003AE-A4B0-4B33-95AE-73A20C7DA9D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59795BA-5537-4309-B745-2B3E4500B4B5}" type="doc">
      <dgm:prSet loTypeId="urn:microsoft.com/office/officeart/2018/2/layout/IconLabelList" loCatId="icon" qsTypeId="urn:microsoft.com/office/officeart/2005/8/quickstyle/3d1" qsCatId="3D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87835E2C-8CCA-4151-B807-B23E85FED15D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b="1" dirty="0"/>
            <a:t>Why ?</a:t>
          </a:r>
        </a:p>
      </dgm:t>
    </dgm:pt>
    <dgm:pt modelId="{4C22E09B-2E2D-457B-A336-8EDD2C2F0479}" type="parTrans" cxnId="{33AFBE5D-BF0D-403F-93BA-B3A79B9E5DC3}">
      <dgm:prSet/>
      <dgm:spPr/>
      <dgm:t>
        <a:bodyPr/>
        <a:lstStyle/>
        <a:p>
          <a:endParaRPr lang="en-US" sz="2400" b="1"/>
        </a:p>
      </dgm:t>
    </dgm:pt>
    <dgm:pt modelId="{43A2A634-64ED-4259-ADF2-98373AA840A0}" type="sibTrans" cxnId="{33AFBE5D-BF0D-403F-93BA-B3A79B9E5DC3}">
      <dgm:prSet/>
      <dgm:spPr/>
      <dgm:t>
        <a:bodyPr/>
        <a:lstStyle/>
        <a:p>
          <a:endParaRPr lang="en-US" b="1"/>
        </a:p>
      </dgm:t>
    </dgm:pt>
    <dgm:pt modelId="{88E03FFB-B943-45A8-9C43-2F49FBEBD48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b="1" dirty="0"/>
            <a:t>Improve patient satisfaction.</a:t>
          </a:r>
        </a:p>
      </dgm:t>
    </dgm:pt>
    <dgm:pt modelId="{83722C99-8A8D-4610-B3B4-0EA3CF9E3B3A}" type="parTrans" cxnId="{C3611F8A-8C0B-4F8A-B295-09E02E1E2377}">
      <dgm:prSet/>
      <dgm:spPr/>
      <dgm:t>
        <a:bodyPr/>
        <a:lstStyle/>
        <a:p>
          <a:endParaRPr lang="en-US" sz="2400" b="1"/>
        </a:p>
      </dgm:t>
    </dgm:pt>
    <dgm:pt modelId="{E482648D-4359-4D7E-9CBD-33A16FCA8D7A}" type="sibTrans" cxnId="{C3611F8A-8C0B-4F8A-B295-09E02E1E2377}">
      <dgm:prSet/>
      <dgm:spPr/>
      <dgm:t>
        <a:bodyPr/>
        <a:lstStyle/>
        <a:p>
          <a:endParaRPr lang="en-US" b="1"/>
        </a:p>
      </dgm:t>
    </dgm:pt>
    <dgm:pt modelId="{590EB1A6-3203-4A0F-974C-B86E0BB1EEAF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b="1" dirty="0"/>
            <a:t>Reduce patient waiting time.</a:t>
          </a:r>
        </a:p>
      </dgm:t>
    </dgm:pt>
    <dgm:pt modelId="{497D2435-F7F1-42F1-839A-16DFF51796C6}" type="parTrans" cxnId="{79504124-A795-4201-A43B-4A0D11EF3B3D}">
      <dgm:prSet/>
      <dgm:spPr/>
      <dgm:t>
        <a:bodyPr/>
        <a:lstStyle/>
        <a:p>
          <a:endParaRPr lang="en-US" sz="2400" b="1"/>
        </a:p>
      </dgm:t>
    </dgm:pt>
    <dgm:pt modelId="{21D2672F-429C-430E-AFC2-05A4D3FD7DC6}" type="sibTrans" cxnId="{79504124-A795-4201-A43B-4A0D11EF3B3D}">
      <dgm:prSet/>
      <dgm:spPr/>
      <dgm:t>
        <a:bodyPr/>
        <a:lstStyle/>
        <a:p>
          <a:endParaRPr lang="en-US" b="1"/>
        </a:p>
      </dgm:t>
    </dgm:pt>
    <dgm:pt modelId="{BE5E4524-654A-4B04-A762-E8FA29ACC1E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b="1" dirty="0"/>
            <a:t>Increase Patient Loyalty (NPS Score).</a:t>
          </a:r>
        </a:p>
      </dgm:t>
    </dgm:pt>
    <dgm:pt modelId="{16308D69-695A-448B-857F-77A3635319F9}" type="parTrans" cxnId="{687414FE-0835-4B12-81EB-93A6EFF464CA}">
      <dgm:prSet/>
      <dgm:spPr/>
      <dgm:t>
        <a:bodyPr/>
        <a:lstStyle/>
        <a:p>
          <a:endParaRPr lang="en-US" sz="2400" b="1"/>
        </a:p>
      </dgm:t>
    </dgm:pt>
    <dgm:pt modelId="{60DA358F-6D5C-436A-AB2E-DF1CB2910101}" type="sibTrans" cxnId="{687414FE-0835-4B12-81EB-93A6EFF464CA}">
      <dgm:prSet/>
      <dgm:spPr/>
      <dgm:t>
        <a:bodyPr/>
        <a:lstStyle/>
        <a:p>
          <a:endParaRPr lang="en-US" b="1"/>
        </a:p>
      </dgm:t>
    </dgm:pt>
    <dgm:pt modelId="{E169DCDD-EE85-4838-B5CC-9B8A5213E7B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b="1" dirty="0"/>
            <a:t>Optimize Resource allocation (Doctor Workload, Bed Occupancy).</a:t>
          </a:r>
        </a:p>
      </dgm:t>
    </dgm:pt>
    <dgm:pt modelId="{81FD4517-D9E4-488E-A181-EAF0837FA4E5}" type="parTrans" cxnId="{568D6F10-928F-4C4A-92E4-21F8A45CB089}">
      <dgm:prSet/>
      <dgm:spPr/>
      <dgm:t>
        <a:bodyPr/>
        <a:lstStyle/>
        <a:p>
          <a:endParaRPr lang="en-US" sz="2400" b="1"/>
        </a:p>
      </dgm:t>
    </dgm:pt>
    <dgm:pt modelId="{12192971-283F-49B8-A4BE-B7E81D58BE3E}" type="sibTrans" cxnId="{568D6F10-928F-4C4A-92E4-21F8A45CB089}">
      <dgm:prSet/>
      <dgm:spPr/>
      <dgm:t>
        <a:bodyPr/>
        <a:lstStyle/>
        <a:p>
          <a:endParaRPr lang="en-US" b="1"/>
        </a:p>
      </dgm:t>
    </dgm:pt>
    <dgm:pt modelId="{FFC503D8-79E3-4C69-8411-4D43D92ABDD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b="1" dirty="0"/>
            <a:t>Maximize Profitability</a:t>
          </a:r>
        </a:p>
      </dgm:t>
    </dgm:pt>
    <dgm:pt modelId="{62CAD0DD-DC96-4695-A184-594F941B4432}" type="parTrans" cxnId="{F12920FB-721C-4071-B928-83D259FC1A2D}">
      <dgm:prSet/>
      <dgm:spPr/>
      <dgm:t>
        <a:bodyPr/>
        <a:lstStyle/>
        <a:p>
          <a:endParaRPr lang="en-US" sz="2400" b="1"/>
        </a:p>
      </dgm:t>
    </dgm:pt>
    <dgm:pt modelId="{0359EB07-87A4-49E2-AC6B-6AD2CA001771}" type="sibTrans" cxnId="{F12920FB-721C-4071-B928-83D259FC1A2D}">
      <dgm:prSet/>
      <dgm:spPr/>
      <dgm:t>
        <a:bodyPr/>
        <a:lstStyle/>
        <a:p>
          <a:endParaRPr lang="en-US" b="1"/>
        </a:p>
      </dgm:t>
    </dgm:pt>
    <dgm:pt modelId="{249F8A30-C2F6-4BAC-8634-A2AFCF5DA589}" type="pres">
      <dgm:prSet presAssocID="{059795BA-5537-4309-B745-2B3E4500B4B5}" presName="root" presStyleCnt="0">
        <dgm:presLayoutVars>
          <dgm:dir/>
          <dgm:resizeHandles val="exact"/>
        </dgm:presLayoutVars>
      </dgm:prSet>
      <dgm:spPr/>
    </dgm:pt>
    <dgm:pt modelId="{42220055-8484-4256-8C79-B6B46D2A58E9}" type="pres">
      <dgm:prSet presAssocID="{87835E2C-8CCA-4151-B807-B23E85FED15D}" presName="compNode" presStyleCnt="0"/>
      <dgm:spPr/>
    </dgm:pt>
    <dgm:pt modelId="{1254115E-BBB6-4A69-BFC4-0BAEC1EB4E5B}" type="pres">
      <dgm:prSet presAssocID="{87835E2C-8CCA-4151-B807-B23E85FED15D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Question mark"/>
        </a:ext>
      </dgm:extLst>
    </dgm:pt>
    <dgm:pt modelId="{A02CC79A-976D-4481-98F0-E65C2C9D6AD1}" type="pres">
      <dgm:prSet presAssocID="{87835E2C-8CCA-4151-B807-B23E85FED15D}" presName="spaceRect" presStyleCnt="0"/>
      <dgm:spPr/>
    </dgm:pt>
    <dgm:pt modelId="{F2BC004C-1E25-4395-B97E-11601DFBE26B}" type="pres">
      <dgm:prSet presAssocID="{87835E2C-8CCA-4151-B807-B23E85FED15D}" presName="textRect" presStyleLbl="revTx" presStyleIdx="0" presStyleCnt="6">
        <dgm:presLayoutVars>
          <dgm:chMax val="1"/>
          <dgm:chPref val="1"/>
        </dgm:presLayoutVars>
      </dgm:prSet>
      <dgm:spPr/>
    </dgm:pt>
    <dgm:pt modelId="{BB72C060-2608-4CF8-9EEC-1F5FBDF154A7}" type="pres">
      <dgm:prSet presAssocID="{43A2A634-64ED-4259-ADF2-98373AA840A0}" presName="sibTrans" presStyleCnt="0"/>
      <dgm:spPr/>
    </dgm:pt>
    <dgm:pt modelId="{B10BEA47-B026-4AE9-A15B-6A86204A35F4}" type="pres">
      <dgm:prSet presAssocID="{88E03FFB-B943-45A8-9C43-2F49FBEBD48C}" presName="compNode" presStyleCnt="0"/>
      <dgm:spPr/>
    </dgm:pt>
    <dgm:pt modelId="{A41F1BA7-A548-409C-BD3D-CDCE2335A939}" type="pres">
      <dgm:prSet presAssocID="{88E03FFB-B943-45A8-9C43-2F49FBEBD48C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ethoscope"/>
        </a:ext>
      </dgm:extLst>
    </dgm:pt>
    <dgm:pt modelId="{AACC8B44-862B-4EC7-B42F-34E6A4E0A971}" type="pres">
      <dgm:prSet presAssocID="{88E03FFB-B943-45A8-9C43-2F49FBEBD48C}" presName="spaceRect" presStyleCnt="0"/>
      <dgm:spPr/>
    </dgm:pt>
    <dgm:pt modelId="{F18B2A80-C646-489E-9FC1-56EF9E6DAD6E}" type="pres">
      <dgm:prSet presAssocID="{88E03FFB-B943-45A8-9C43-2F49FBEBD48C}" presName="textRect" presStyleLbl="revTx" presStyleIdx="1" presStyleCnt="6">
        <dgm:presLayoutVars>
          <dgm:chMax val="1"/>
          <dgm:chPref val="1"/>
        </dgm:presLayoutVars>
      </dgm:prSet>
      <dgm:spPr/>
    </dgm:pt>
    <dgm:pt modelId="{A5D69906-BA9E-4662-A39E-7B820A0A7BC0}" type="pres">
      <dgm:prSet presAssocID="{E482648D-4359-4D7E-9CBD-33A16FCA8D7A}" presName="sibTrans" presStyleCnt="0"/>
      <dgm:spPr/>
    </dgm:pt>
    <dgm:pt modelId="{E21B0A49-1E0B-4292-BC4D-02AB6B8FDD70}" type="pres">
      <dgm:prSet presAssocID="{590EB1A6-3203-4A0F-974C-B86E0BB1EEAF}" presName="compNode" presStyleCnt="0"/>
      <dgm:spPr/>
    </dgm:pt>
    <dgm:pt modelId="{945C7BA7-CF8E-439E-856C-5FE5A6E15E71}" type="pres">
      <dgm:prSet presAssocID="{590EB1A6-3203-4A0F-974C-B86E0BB1EEAF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A8AC4443-8A7D-4650-A9A9-72D09F0607F9}" type="pres">
      <dgm:prSet presAssocID="{590EB1A6-3203-4A0F-974C-B86E0BB1EEAF}" presName="spaceRect" presStyleCnt="0"/>
      <dgm:spPr/>
    </dgm:pt>
    <dgm:pt modelId="{AA4EFD6D-A162-49E6-AEE1-810794A31294}" type="pres">
      <dgm:prSet presAssocID="{590EB1A6-3203-4A0F-974C-B86E0BB1EEAF}" presName="textRect" presStyleLbl="revTx" presStyleIdx="2" presStyleCnt="6">
        <dgm:presLayoutVars>
          <dgm:chMax val="1"/>
          <dgm:chPref val="1"/>
        </dgm:presLayoutVars>
      </dgm:prSet>
      <dgm:spPr/>
    </dgm:pt>
    <dgm:pt modelId="{37629087-58F7-4FDE-8AE5-FB13BDDB0C86}" type="pres">
      <dgm:prSet presAssocID="{21D2672F-429C-430E-AFC2-05A4D3FD7DC6}" presName="sibTrans" presStyleCnt="0"/>
      <dgm:spPr/>
    </dgm:pt>
    <dgm:pt modelId="{07AAF8DD-1581-474C-9722-B3329484DE1B}" type="pres">
      <dgm:prSet presAssocID="{BE5E4524-654A-4B04-A762-E8FA29ACC1EA}" presName="compNode" presStyleCnt="0"/>
      <dgm:spPr/>
    </dgm:pt>
    <dgm:pt modelId="{36920326-9836-45E5-ABD5-E892B8B84CA5}" type="pres">
      <dgm:prSet presAssocID="{BE5E4524-654A-4B04-A762-E8FA29ACC1EA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ibbon"/>
        </a:ext>
      </dgm:extLst>
    </dgm:pt>
    <dgm:pt modelId="{17C2C1D4-8D8A-47C2-9FA4-92E195547729}" type="pres">
      <dgm:prSet presAssocID="{BE5E4524-654A-4B04-A762-E8FA29ACC1EA}" presName="spaceRect" presStyleCnt="0"/>
      <dgm:spPr/>
    </dgm:pt>
    <dgm:pt modelId="{29945F76-AAFA-4FF1-B453-AA52FD022F5E}" type="pres">
      <dgm:prSet presAssocID="{BE5E4524-654A-4B04-A762-E8FA29ACC1EA}" presName="textRect" presStyleLbl="revTx" presStyleIdx="3" presStyleCnt="6">
        <dgm:presLayoutVars>
          <dgm:chMax val="1"/>
          <dgm:chPref val="1"/>
        </dgm:presLayoutVars>
      </dgm:prSet>
      <dgm:spPr/>
    </dgm:pt>
    <dgm:pt modelId="{C4D1AE4B-BB8D-4BEB-9601-F6007E1ABF50}" type="pres">
      <dgm:prSet presAssocID="{60DA358F-6D5C-436A-AB2E-DF1CB2910101}" presName="sibTrans" presStyleCnt="0"/>
      <dgm:spPr/>
    </dgm:pt>
    <dgm:pt modelId="{9929F42A-BA4A-42A9-8D57-19AA2DD40DBC}" type="pres">
      <dgm:prSet presAssocID="{E169DCDD-EE85-4838-B5CC-9B8A5213E7B2}" presName="compNode" presStyleCnt="0"/>
      <dgm:spPr/>
    </dgm:pt>
    <dgm:pt modelId="{A96FAC38-1BEE-4C31-9AED-E4E74B4D3A81}" type="pres">
      <dgm:prSet presAssocID="{E169DCDD-EE85-4838-B5CC-9B8A5213E7B2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ed"/>
        </a:ext>
      </dgm:extLst>
    </dgm:pt>
    <dgm:pt modelId="{0AEC9C48-500D-4EE3-9C34-F6C4CD5846FC}" type="pres">
      <dgm:prSet presAssocID="{E169DCDD-EE85-4838-B5CC-9B8A5213E7B2}" presName="spaceRect" presStyleCnt="0"/>
      <dgm:spPr/>
    </dgm:pt>
    <dgm:pt modelId="{0A4C32D9-107E-4FAB-8FCC-1D4BCAB226E4}" type="pres">
      <dgm:prSet presAssocID="{E169DCDD-EE85-4838-B5CC-9B8A5213E7B2}" presName="textRect" presStyleLbl="revTx" presStyleIdx="4" presStyleCnt="6">
        <dgm:presLayoutVars>
          <dgm:chMax val="1"/>
          <dgm:chPref val="1"/>
        </dgm:presLayoutVars>
      </dgm:prSet>
      <dgm:spPr/>
    </dgm:pt>
    <dgm:pt modelId="{B4536F1D-A28D-40FB-AE2E-41510764D806}" type="pres">
      <dgm:prSet presAssocID="{12192971-283F-49B8-A4BE-B7E81D58BE3E}" presName="sibTrans" presStyleCnt="0"/>
      <dgm:spPr/>
    </dgm:pt>
    <dgm:pt modelId="{F3DBE49B-0B78-4EE9-95FC-4E4CEF3047FD}" type="pres">
      <dgm:prSet presAssocID="{FFC503D8-79E3-4C69-8411-4D43D92ABDD0}" presName="compNode" presStyleCnt="0"/>
      <dgm:spPr/>
    </dgm:pt>
    <dgm:pt modelId="{D05F8260-15AC-4AE3-83DD-D4457F4C1777}" type="pres">
      <dgm:prSet presAssocID="{FFC503D8-79E3-4C69-8411-4D43D92ABDD0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B5CFFBCB-40C1-4677-ADA7-4467F75A229B}" type="pres">
      <dgm:prSet presAssocID="{FFC503D8-79E3-4C69-8411-4D43D92ABDD0}" presName="spaceRect" presStyleCnt="0"/>
      <dgm:spPr/>
    </dgm:pt>
    <dgm:pt modelId="{7D3C120E-5AB0-4F7B-B191-2D2996FA8B1C}" type="pres">
      <dgm:prSet presAssocID="{FFC503D8-79E3-4C69-8411-4D43D92ABDD0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568D6F10-928F-4C4A-92E4-21F8A45CB089}" srcId="{059795BA-5537-4309-B745-2B3E4500B4B5}" destId="{E169DCDD-EE85-4838-B5CC-9B8A5213E7B2}" srcOrd="4" destOrd="0" parTransId="{81FD4517-D9E4-488E-A181-EAF0837FA4E5}" sibTransId="{12192971-283F-49B8-A4BE-B7E81D58BE3E}"/>
    <dgm:cxn modelId="{79504124-A795-4201-A43B-4A0D11EF3B3D}" srcId="{059795BA-5537-4309-B745-2B3E4500B4B5}" destId="{590EB1A6-3203-4A0F-974C-B86E0BB1EEAF}" srcOrd="2" destOrd="0" parTransId="{497D2435-F7F1-42F1-839A-16DFF51796C6}" sibTransId="{21D2672F-429C-430E-AFC2-05A4D3FD7DC6}"/>
    <dgm:cxn modelId="{33AFBE5D-BF0D-403F-93BA-B3A79B9E5DC3}" srcId="{059795BA-5537-4309-B745-2B3E4500B4B5}" destId="{87835E2C-8CCA-4151-B807-B23E85FED15D}" srcOrd="0" destOrd="0" parTransId="{4C22E09B-2E2D-457B-A336-8EDD2C2F0479}" sibTransId="{43A2A634-64ED-4259-ADF2-98373AA840A0}"/>
    <dgm:cxn modelId="{8E165E58-48A0-4A6B-89A7-578DD2761FB0}" type="presOf" srcId="{FFC503D8-79E3-4C69-8411-4D43D92ABDD0}" destId="{7D3C120E-5AB0-4F7B-B191-2D2996FA8B1C}" srcOrd="0" destOrd="0" presId="urn:microsoft.com/office/officeart/2018/2/layout/IconLabelList"/>
    <dgm:cxn modelId="{C3611F8A-8C0B-4F8A-B295-09E02E1E2377}" srcId="{059795BA-5537-4309-B745-2B3E4500B4B5}" destId="{88E03FFB-B943-45A8-9C43-2F49FBEBD48C}" srcOrd="1" destOrd="0" parTransId="{83722C99-8A8D-4610-B3B4-0EA3CF9E3B3A}" sibTransId="{E482648D-4359-4D7E-9CBD-33A16FCA8D7A}"/>
    <dgm:cxn modelId="{6746DFA4-A22E-42D8-8933-EA14A0573829}" type="presOf" srcId="{059795BA-5537-4309-B745-2B3E4500B4B5}" destId="{249F8A30-C2F6-4BAC-8634-A2AFCF5DA589}" srcOrd="0" destOrd="0" presId="urn:microsoft.com/office/officeart/2018/2/layout/IconLabelList"/>
    <dgm:cxn modelId="{5A669BA8-3775-46B9-94CC-3ACA533AFBFD}" type="presOf" srcId="{88E03FFB-B943-45A8-9C43-2F49FBEBD48C}" destId="{F18B2A80-C646-489E-9FC1-56EF9E6DAD6E}" srcOrd="0" destOrd="0" presId="urn:microsoft.com/office/officeart/2018/2/layout/IconLabelList"/>
    <dgm:cxn modelId="{A01667AB-BC89-4B67-8B38-5941A49AF89A}" type="presOf" srcId="{BE5E4524-654A-4B04-A762-E8FA29ACC1EA}" destId="{29945F76-AAFA-4FF1-B453-AA52FD022F5E}" srcOrd="0" destOrd="0" presId="urn:microsoft.com/office/officeart/2018/2/layout/IconLabelList"/>
    <dgm:cxn modelId="{5B3AF4C0-4C8C-4969-A6A7-C62C9F411370}" type="presOf" srcId="{87835E2C-8CCA-4151-B807-B23E85FED15D}" destId="{F2BC004C-1E25-4395-B97E-11601DFBE26B}" srcOrd="0" destOrd="0" presId="urn:microsoft.com/office/officeart/2018/2/layout/IconLabelList"/>
    <dgm:cxn modelId="{AB5518CF-5A2C-4B55-8787-426F8BFBB784}" type="presOf" srcId="{590EB1A6-3203-4A0F-974C-B86E0BB1EEAF}" destId="{AA4EFD6D-A162-49E6-AEE1-810794A31294}" srcOrd="0" destOrd="0" presId="urn:microsoft.com/office/officeart/2018/2/layout/IconLabelList"/>
    <dgm:cxn modelId="{CF3395D4-176E-4D0D-BCA8-1FCFFF71D33D}" type="presOf" srcId="{E169DCDD-EE85-4838-B5CC-9B8A5213E7B2}" destId="{0A4C32D9-107E-4FAB-8FCC-1D4BCAB226E4}" srcOrd="0" destOrd="0" presId="urn:microsoft.com/office/officeart/2018/2/layout/IconLabelList"/>
    <dgm:cxn modelId="{F12920FB-721C-4071-B928-83D259FC1A2D}" srcId="{059795BA-5537-4309-B745-2B3E4500B4B5}" destId="{FFC503D8-79E3-4C69-8411-4D43D92ABDD0}" srcOrd="5" destOrd="0" parTransId="{62CAD0DD-DC96-4695-A184-594F941B4432}" sibTransId="{0359EB07-87A4-49E2-AC6B-6AD2CA001771}"/>
    <dgm:cxn modelId="{687414FE-0835-4B12-81EB-93A6EFF464CA}" srcId="{059795BA-5537-4309-B745-2B3E4500B4B5}" destId="{BE5E4524-654A-4B04-A762-E8FA29ACC1EA}" srcOrd="3" destOrd="0" parTransId="{16308D69-695A-448B-857F-77A3635319F9}" sibTransId="{60DA358F-6D5C-436A-AB2E-DF1CB2910101}"/>
    <dgm:cxn modelId="{25AA86B9-C843-4B11-B3C4-7F73C7E06D6A}" type="presParOf" srcId="{249F8A30-C2F6-4BAC-8634-A2AFCF5DA589}" destId="{42220055-8484-4256-8C79-B6B46D2A58E9}" srcOrd="0" destOrd="0" presId="urn:microsoft.com/office/officeart/2018/2/layout/IconLabelList"/>
    <dgm:cxn modelId="{5E23F42D-BB33-4EB2-97EA-8E45E5202379}" type="presParOf" srcId="{42220055-8484-4256-8C79-B6B46D2A58E9}" destId="{1254115E-BBB6-4A69-BFC4-0BAEC1EB4E5B}" srcOrd="0" destOrd="0" presId="urn:microsoft.com/office/officeart/2018/2/layout/IconLabelList"/>
    <dgm:cxn modelId="{88245DB7-A5E3-4035-9FDF-0D8EA0EBB98E}" type="presParOf" srcId="{42220055-8484-4256-8C79-B6B46D2A58E9}" destId="{A02CC79A-976D-4481-98F0-E65C2C9D6AD1}" srcOrd="1" destOrd="0" presId="urn:microsoft.com/office/officeart/2018/2/layout/IconLabelList"/>
    <dgm:cxn modelId="{FD326221-2290-444A-816F-075857484C29}" type="presParOf" srcId="{42220055-8484-4256-8C79-B6B46D2A58E9}" destId="{F2BC004C-1E25-4395-B97E-11601DFBE26B}" srcOrd="2" destOrd="0" presId="urn:microsoft.com/office/officeart/2018/2/layout/IconLabelList"/>
    <dgm:cxn modelId="{1C2C1928-755A-4460-A330-E501A2912096}" type="presParOf" srcId="{249F8A30-C2F6-4BAC-8634-A2AFCF5DA589}" destId="{BB72C060-2608-4CF8-9EEC-1F5FBDF154A7}" srcOrd="1" destOrd="0" presId="urn:microsoft.com/office/officeart/2018/2/layout/IconLabelList"/>
    <dgm:cxn modelId="{055DCB25-4FBF-4727-BC89-B9A7877785F8}" type="presParOf" srcId="{249F8A30-C2F6-4BAC-8634-A2AFCF5DA589}" destId="{B10BEA47-B026-4AE9-A15B-6A86204A35F4}" srcOrd="2" destOrd="0" presId="urn:microsoft.com/office/officeart/2018/2/layout/IconLabelList"/>
    <dgm:cxn modelId="{91145E27-4122-41DB-BFC1-D966D1A327AE}" type="presParOf" srcId="{B10BEA47-B026-4AE9-A15B-6A86204A35F4}" destId="{A41F1BA7-A548-409C-BD3D-CDCE2335A939}" srcOrd="0" destOrd="0" presId="urn:microsoft.com/office/officeart/2018/2/layout/IconLabelList"/>
    <dgm:cxn modelId="{AA40EB60-EE33-4B51-B2AB-97F9550C3194}" type="presParOf" srcId="{B10BEA47-B026-4AE9-A15B-6A86204A35F4}" destId="{AACC8B44-862B-4EC7-B42F-34E6A4E0A971}" srcOrd="1" destOrd="0" presId="urn:microsoft.com/office/officeart/2018/2/layout/IconLabelList"/>
    <dgm:cxn modelId="{39094400-3098-417B-8184-ED5073C418E0}" type="presParOf" srcId="{B10BEA47-B026-4AE9-A15B-6A86204A35F4}" destId="{F18B2A80-C646-489E-9FC1-56EF9E6DAD6E}" srcOrd="2" destOrd="0" presId="urn:microsoft.com/office/officeart/2018/2/layout/IconLabelList"/>
    <dgm:cxn modelId="{6CB0CA71-A709-4BBF-A259-9224F1F5B662}" type="presParOf" srcId="{249F8A30-C2F6-4BAC-8634-A2AFCF5DA589}" destId="{A5D69906-BA9E-4662-A39E-7B820A0A7BC0}" srcOrd="3" destOrd="0" presId="urn:microsoft.com/office/officeart/2018/2/layout/IconLabelList"/>
    <dgm:cxn modelId="{2F09967E-3E1E-434B-9CE4-48D78A3607DF}" type="presParOf" srcId="{249F8A30-C2F6-4BAC-8634-A2AFCF5DA589}" destId="{E21B0A49-1E0B-4292-BC4D-02AB6B8FDD70}" srcOrd="4" destOrd="0" presId="urn:microsoft.com/office/officeart/2018/2/layout/IconLabelList"/>
    <dgm:cxn modelId="{A11700A4-796C-4B0E-B293-F11C15DBD6F3}" type="presParOf" srcId="{E21B0A49-1E0B-4292-BC4D-02AB6B8FDD70}" destId="{945C7BA7-CF8E-439E-856C-5FE5A6E15E71}" srcOrd="0" destOrd="0" presId="urn:microsoft.com/office/officeart/2018/2/layout/IconLabelList"/>
    <dgm:cxn modelId="{0590CA80-49EF-4291-984C-E28C63ED7D76}" type="presParOf" srcId="{E21B0A49-1E0B-4292-BC4D-02AB6B8FDD70}" destId="{A8AC4443-8A7D-4650-A9A9-72D09F0607F9}" srcOrd="1" destOrd="0" presId="urn:microsoft.com/office/officeart/2018/2/layout/IconLabelList"/>
    <dgm:cxn modelId="{F88D7586-6BD0-45CC-92A0-F97D58D0AB40}" type="presParOf" srcId="{E21B0A49-1E0B-4292-BC4D-02AB6B8FDD70}" destId="{AA4EFD6D-A162-49E6-AEE1-810794A31294}" srcOrd="2" destOrd="0" presId="urn:microsoft.com/office/officeart/2018/2/layout/IconLabelList"/>
    <dgm:cxn modelId="{1802F694-9796-4CA6-9EAA-0BB500F5AD72}" type="presParOf" srcId="{249F8A30-C2F6-4BAC-8634-A2AFCF5DA589}" destId="{37629087-58F7-4FDE-8AE5-FB13BDDB0C86}" srcOrd="5" destOrd="0" presId="urn:microsoft.com/office/officeart/2018/2/layout/IconLabelList"/>
    <dgm:cxn modelId="{F1D185FE-B9D3-4B05-98B2-544459DB2044}" type="presParOf" srcId="{249F8A30-C2F6-4BAC-8634-A2AFCF5DA589}" destId="{07AAF8DD-1581-474C-9722-B3329484DE1B}" srcOrd="6" destOrd="0" presId="urn:microsoft.com/office/officeart/2018/2/layout/IconLabelList"/>
    <dgm:cxn modelId="{0D4F079D-8A82-452C-9EB0-7688FBEC84BA}" type="presParOf" srcId="{07AAF8DD-1581-474C-9722-B3329484DE1B}" destId="{36920326-9836-45E5-ABD5-E892B8B84CA5}" srcOrd="0" destOrd="0" presId="urn:microsoft.com/office/officeart/2018/2/layout/IconLabelList"/>
    <dgm:cxn modelId="{7236DF78-B5CC-4105-A276-9552459BCFB7}" type="presParOf" srcId="{07AAF8DD-1581-474C-9722-B3329484DE1B}" destId="{17C2C1D4-8D8A-47C2-9FA4-92E195547729}" srcOrd="1" destOrd="0" presId="urn:microsoft.com/office/officeart/2018/2/layout/IconLabelList"/>
    <dgm:cxn modelId="{E71E5254-B9FD-4D86-8419-64A29E77D352}" type="presParOf" srcId="{07AAF8DD-1581-474C-9722-B3329484DE1B}" destId="{29945F76-AAFA-4FF1-B453-AA52FD022F5E}" srcOrd="2" destOrd="0" presId="urn:microsoft.com/office/officeart/2018/2/layout/IconLabelList"/>
    <dgm:cxn modelId="{741AD2B6-3781-4762-9EFA-C417870068AD}" type="presParOf" srcId="{249F8A30-C2F6-4BAC-8634-A2AFCF5DA589}" destId="{C4D1AE4B-BB8D-4BEB-9601-F6007E1ABF50}" srcOrd="7" destOrd="0" presId="urn:microsoft.com/office/officeart/2018/2/layout/IconLabelList"/>
    <dgm:cxn modelId="{2E461F42-CC2E-49DF-84A0-07B477D3FE93}" type="presParOf" srcId="{249F8A30-C2F6-4BAC-8634-A2AFCF5DA589}" destId="{9929F42A-BA4A-42A9-8D57-19AA2DD40DBC}" srcOrd="8" destOrd="0" presId="urn:microsoft.com/office/officeart/2018/2/layout/IconLabelList"/>
    <dgm:cxn modelId="{4266B888-9110-4D27-B616-ED7682D95F48}" type="presParOf" srcId="{9929F42A-BA4A-42A9-8D57-19AA2DD40DBC}" destId="{A96FAC38-1BEE-4C31-9AED-E4E74B4D3A81}" srcOrd="0" destOrd="0" presId="urn:microsoft.com/office/officeart/2018/2/layout/IconLabelList"/>
    <dgm:cxn modelId="{30A8727F-9FE7-4192-9A90-EBDB97CBBF1F}" type="presParOf" srcId="{9929F42A-BA4A-42A9-8D57-19AA2DD40DBC}" destId="{0AEC9C48-500D-4EE3-9C34-F6C4CD5846FC}" srcOrd="1" destOrd="0" presId="urn:microsoft.com/office/officeart/2018/2/layout/IconLabelList"/>
    <dgm:cxn modelId="{40003B20-C11A-47F8-9CDE-2C50CEF48DA9}" type="presParOf" srcId="{9929F42A-BA4A-42A9-8D57-19AA2DD40DBC}" destId="{0A4C32D9-107E-4FAB-8FCC-1D4BCAB226E4}" srcOrd="2" destOrd="0" presId="urn:microsoft.com/office/officeart/2018/2/layout/IconLabelList"/>
    <dgm:cxn modelId="{FF7737D7-2034-45D3-B849-AC6BA087B6D4}" type="presParOf" srcId="{249F8A30-C2F6-4BAC-8634-A2AFCF5DA589}" destId="{B4536F1D-A28D-40FB-AE2E-41510764D806}" srcOrd="9" destOrd="0" presId="urn:microsoft.com/office/officeart/2018/2/layout/IconLabelList"/>
    <dgm:cxn modelId="{9DF4F0EB-597A-4E0B-8939-38E2C9C35D7C}" type="presParOf" srcId="{249F8A30-C2F6-4BAC-8634-A2AFCF5DA589}" destId="{F3DBE49B-0B78-4EE9-95FC-4E4CEF3047FD}" srcOrd="10" destOrd="0" presId="urn:microsoft.com/office/officeart/2018/2/layout/IconLabelList"/>
    <dgm:cxn modelId="{17DC43A7-D5AC-4133-BDA8-DDB9D174A8C3}" type="presParOf" srcId="{F3DBE49B-0B78-4EE9-95FC-4E4CEF3047FD}" destId="{D05F8260-15AC-4AE3-83DD-D4457F4C1777}" srcOrd="0" destOrd="0" presId="urn:microsoft.com/office/officeart/2018/2/layout/IconLabelList"/>
    <dgm:cxn modelId="{C2FBC08A-9266-48B3-96AC-47883F4D7A80}" type="presParOf" srcId="{F3DBE49B-0B78-4EE9-95FC-4E4CEF3047FD}" destId="{B5CFFBCB-40C1-4677-ADA7-4467F75A229B}" srcOrd="1" destOrd="0" presId="urn:microsoft.com/office/officeart/2018/2/layout/IconLabelList"/>
    <dgm:cxn modelId="{4BD32609-AC07-49C0-A45B-F207683D7E9A}" type="presParOf" srcId="{F3DBE49B-0B78-4EE9-95FC-4E4CEF3047FD}" destId="{7D3C120E-5AB0-4F7B-B191-2D2996FA8B1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B57F681-C0C0-4CC1-84AD-2FF05A4DE7B9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5" csCatId="colorful" phldr="1"/>
      <dgm:spPr/>
      <dgm:t>
        <a:bodyPr/>
        <a:lstStyle/>
        <a:p>
          <a:endParaRPr lang="en-US"/>
        </a:p>
      </dgm:t>
    </dgm:pt>
    <dgm:pt modelId="{DD0874C1-9724-446F-A34A-EE14E9C75D6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b="1" dirty="0"/>
            <a:t>Data Collection</a:t>
          </a:r>
        </a:p>
      </dgm:t>
    </dgm:pt>
    <dgm:pt modelId="{9B071051-DEC6-4239-A344-4CC3C8094EAA}" type="parTrans" cxnId="{C131470D-2AFC-4CE1-87CF-D9DD128624E1}">
      <dgm:prSet/>
      <dgm:spPr/>
      <dgm:t>
        <a:bodyPr/>
        <a:lstStyle/>
        <a:p>
          <a:endParaRPr lang="en-US"/>
        </a:p>
      </dgm:t>
    </dgm:pt>
    <dgm:pt modelId="{04FAB661-2EF2-4E85-A0D8-F0D217255150}" type="sibTrans" cxnId="{C131470D-2AFC-4CE1-87CF-D9DD128624E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0B9B497-D599-4A71-914E-E50D3D4013EF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b="1"/>
            <a:t>Data Cleaning</a:t>
          </a:r>
          <a:endParaRPr lang="en-US" sz="1800" b="1" dirty="0"/>
        </a:p>
      </dgm:t>
    </dgm:pt>
    <dgm:pt modelId="{32E7B01B-DAA1-440E-848D-A871F78E997C}" type="parTrans" cxnId="{C74E0E1A-4A42-40ED-84EB-892C09B35C60}">
      <dgm:prSet/>
      <dgm:spPr/>
      <dgm:t>
        <a:bodyPr/>
        <a:lstStyle/>
        <a:p>
          <a:endParaRPr lang="en-US"/>
        </a:p>
      </dgm:t>
    </dgm:pt>
    <dgm:pt modelId="{19EC3456-DAD0-4452-97DC-4AAF6C053391}" type="sibTrans" cxnId="{C74E0E1A-4A42-40ED-84EB-892C09B35C6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DF27189-7623-4425-A662-031E73F54E16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b="1"/>
            <a:t>Data analysis</a:t>
          </a:r>
        </a:p>
      </dgm:t>
    </dgm:pt>
    <dgm:pt modelId="{42BDDBDD-1E79-4D0D-9F37-FE1B00944B9E}" type="parTrans" cxnId="{35737011-C6C5-42D5-91BF-934812A0793E}">
      <dgm:prSet/>
      <dgm:spPr/>
      <dgm:t>
        <a:bodyPr/>
        <a:lstStyle/>
        <a:p>
          <a:endParaRPr lang="en-US"/>
        </a:p>
      </dgm:t>
    </dgm:pt>
    <dgm:pt modelId="{B8F409F4-A413-4D97-8A9F-023CAB364CE3}" type="sibTrans" cxnId="{35737011-C6C5-42D5-91BF-934812A0793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7CD21E3-EC9A-4715-85D6-850CAAB0F0C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b="1" kern="1200" cap="all">
              <a:latin typeface="Tw Cen MT" panose="020B0602020104020603"/>
              <a:ea typeface="+mn-ea"/>
              <a:cs typeface="+mn-cs"/>
            </a:rPr>
            <a:t>Data Visualization</a:t>
          </a:r>
        </a:p>
      </dgm:t>
    </dgm:pt>
    <dgm:pt modelId="{645120E7-51BC-41DE-A630-F63FF7581DBE}" type="parTrans" cxnId="{40690CF1-4CB0-4F7C-B5D6-9D85391A74C0}">
      <dgm:prSet/>
      <dgm:spPr/>
      <dgm:t>
        <a:bodyPr/>
        <a:lstStyle/>
        <a:p>
          <a:endParaRPr lang="en-US"/>
        </a:p>
      </dgm:t>
    </dgm:pt>
    <dgm:pt modelId="{A2E982AF-57F3-4CFC-BF8C-4F076F2358FD}" type="sibTrans" cxnId="{40690CF1-4CB0-4F7C-B5D6-9D85391A74C0}">
      <dgm:prSet/>
      <dgm:spPr/>
      <dgm:t>
        <a:bodyPr/>
        <a:lstStyle/>
        <a:p>
          <a:endParaRPr lang="en-US"/>
        </a:p>
      </dgm:t>
    </dgm:pt>
    <dgm:pt modelId="{E7109F92-3F2C-4735-A5DF-10410C4CF4A0}" type="pres">
      <dgm:prSet presAssocID="{AB57F681-C0C0-4CC1-84AD-2FF05A4DE7B9}" presName="root" presStyleCnt="0">
        <dgm:presLayoutVars>
          <dgm:dir/>
          <dgm:resizeHandles val="exact"/>
        </dgm:presLayoutVars>
      </dgm:prSet>
      <dgm:spPr/>
    </dgm:pt>
    <dgm:pt modelId="{37890443-96C9-49D7-8D18-E9B6E2B396A6}" type="pres">
      <dgm:prSet presAssocID="{AB57F681-C0C0-4CC1-84AD-2FF05A4DE7B9}" presName="container" presStyleCnt="0">
        <dgm:presLayoutVars>
          <dgm:dir/>
          <dgm:resizeHandles val="exact"/>
        </dgm:presLayoutVars>
      </dgm:prSet>
      <dgm:spPr/>
    </dgm:pt>
    <dgm:pt modelId="{C8AEAC38-4F26-49B9-BA99-7660BC398A05}" type="pres">
      <dgm:prSet presAssocID="{DD0874C1-9724-446F-A34A-EE14E9C75D65}" presName="compNode" presStyleCnt="0"/>
      <dgm:spPr/>
    </dgm:pt>
    <dgm:pt modelId="{BA354D47-B017-4E19-B6AA-AB91BB17E85D}" type="pres">
      <dgm:prSet presAssocID="{DD0874C1-9724-446F-A34A-EE14E9C75D65}" presName="iconBgRect" presStyleLbl="bgShp" presStyleIdx="0" presStyleCnt="4"/>
      <dgm:spPr/>
    </dgm:pt>
    <dgm:pt modelId="{76DAD6ED-8D96-4968-BE43-CA47B380FD8B}" type="pres">
      <dgm:prSet presAssocID="{DD0874C1-9724-446F-A34A-EE14E9C75D65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716D1479-2AAD-442D-ABB5-940C17C83B9A}" type="pres">
      <dgm:prSet presAssocID="{DD0874C1-9724-446F-A34A-EE14E9C75D65}" presName="spaceRect" presStyleCnt="0"/>
      <dgm:spPr/>
    </dgm:pt>
    <dgm:pt modelId="{EAEB415C-A78B-4C44-81FA-F8A02153DCAF}" type="pres">
      <dgm:prSet presAssocID="{DD0874C1-9724-446F-A34A-EE14E9C75D65}" presName="textRect" presStyleLbl="revTx" presStyleIdx="0" presStyleCnt="4">
        <dgm:presLayoutVars>
          <dgm:chMax val="1"/>
          <dgm:chPref val="1"/>
        </dgm:presLayoutVars>
      </dgm:prSet>
      <dgm:spPr/>
    </dgm:pt>
    <dgm:pt modelId="{A6DADBD9-6283-46E8-9DBA-723D3EC0D0CE}" type="pres">
      <dgm:prSet presAssocID="{04FAB661-2EF2-4E85-A0D8-F0D217255150}" presName="sibTrans" presStyleLbl="sibTrans2D1" presStyleIdx="0" presStyleCnt="0"/>
      <dgm:spPr/>
    </dgm:pt>
    <dgm:pt modelId="{EC2A6933-7CE3-4378-9B48-2623BBFFB359}" type="pres">
      <dgm:prSet presAssocID="{10B9B497-D599-4A71-914E-E50D3D4013EF}" presName="compNode" presStyleCnt="0"/>
      <dgm:spPr/>
    </dgm:pt>
    <dgm:pt modelId="{B19925D4-7D2F-4E0D-8360-1E7ADE9020E2}" type="pres">
      <dgm:prSet presAssocID="{10B9B497-D599-4A71-914E-E50D3D4013EF}" presName="iconBgRect" presStyleLbl="bgShp" presStyleIdx="1" presStyleCnt="4"/>
      <dgm:spPr/>
    </dgm:pt>
    <dgm:pt modelId="{78382AAE-076C-483A-8EEB-65227E572639}" type="pres">
      <dgm:prSet presAssocID="{10B9B497-D599-4A71-914E-E50D3D4013EF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p and bucket"/>
        </a:ext>
      </dgm:extLst>
    </dgm:pt>
    <dgm:pt modelId="{C60C451B-FA29-4A56-8558-0DAD7CAB30BF}" type="pres">
      <dgm:prSet presAssocID="{10B9B497-D599-4A71-914E-E50D3D4013EF}" presName="spaceRect" presStyleCnt="0"/>
      <dgm:spPr/>
    </dgm:pt>
    <dgm:pt modelId="{46727DA0-921B-4EB5-91BB-007AC3BC356E}" type="pres">
      <dgm:prSet presAssocID="{10B9B497-D599-4A71-914E-E50D3D4013EF}" presName="textRect" presStyleLbl="revTx" presStyleIdx="1" presStyleCnt="4">
        <dgm:presLayoutVars>
          <dgm:chMax val="1"/>
          <dgm:chPref val="1"/>
        </dgm:presLayoutVars>
      </dgm:prSet>
      <dgm:spPr/>
    </dgm:pt>
    <dgm:pt modelId="{7E5A09AB-E698-4A09-9E4E-7F9CCBE5C2E8}" type="pres">
      <dgm:prSet presAssocID="{19EC3456-DAD0-4452-97DC-4AAF6C053391}" presName="sibTrans" presStyleLbl="sibTrans2D1" presStyleIdx="0" presStyleCnt="0"/>
      <dgm:spPr/>
    </dgm:pt>
    <dgm:pt modelId="{BF231935-B2DD-4FB3-814B-7CC56D5C841F}" type="pres">
      <dgm:prSet presAssocID="{9DF27189-7623-4425-A662-031E73F54E16}" presName="compNode" presStyleCnt="0"/>
      <dgm:spPr/>
    </dgm:pt>
    <dgm:pt modelId="{FC992CCF-9509-462B-9CF4-C50556675680}" type="pres">
      <dgm:prSet presAssocID="{9DF27189-7623-4425-A662-031E73F54E16}" presName="iconBgRect" presStyleLbl="bgShp" presStyleIdx="2" presStyleCnt="4"/>
      <dgm:spPr/>
    </dgm:pt>
    <dgm:pt modelId="{D42997A8-64A5-4AA5-946B-54E89EECBF43}" type="pres">
      <dgm:prSet presAssocID="{9DF27189-7623-4425-A662-031E73F54E16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4D87FFAD-FCB5-4181-A94D-1FC8159FA28A}" type="pres">
      <dgm:prSet presAssocID="{9DF27189-7623-4425-A662-031E73F54E16}" presName="spaceRect" presStyleCnt="0"/>
      <dgm:spPr/>
    </dgm:pt>
    <dgm:pt modelId="{6BFF5B8A-A9F7-42C9-BB16-332A1407F67B}" type="pres">
      <dgm:prSet presAssocID="{9DF27189-7623-4425-A662-031E73F54E16}" presName="textRect" presStyleLbl="revTx" presStyleIdx="2" presStyleCnt="4">
        <dgm:presLayoutVars>
          <dgm:chMax val="1"/>
          <dgm:chPref val="1"/>
        </dgm:presLayoutVars>
      </dgm:prSet>
      <dgm:spPr/>
    </dgm:pt>
    <dgm:pt modelId="{98EDB9B1-43B1-42BC-BCD6-1F812933E2C6}" type="pres">
      <dgm:prSet presAssocID="{B8F409F4-A413-4D97-8A9F-023CAB364CE3}" presName="sibTrans" presStyleLbl="sibTrans2D1" presStyleIdx="0" presStyleCnt="0"/>
      <dgm:spPr/>
    </dgm:pt>
    <dgm:pt modelId="{AE219C85-1897-4014-937D-11C28DBA961E}" type="pres">
      <dgm:prSet presAssocID="{C7CD21E3-EC9A-4715-85D6-850CAAB0F0CE}" presName="compNode" presStyleCnt="0"/>
      <dgm:spPr/>
    </dgm:pt>
    <dgm:pt modelId="{E7B91EA4-6D51-48A5-B61F-60F7E7C7001B}" type="pres">
      <dgm:prSet presAssocID="{C7CD21E3-EC9A-4715-85D6-850CAAB0F0CE}" presName="iconBgRect" presStyleLbl="bgShp" presStyleIdx="3" presStyleCnt="4"/>
      <dgm:spPr/>
    </dgm:pt>
    <dgm:pt modelId="{1F0FA324-3C51-4C40-A65D-A6724A8A96CA}" type="pres">
      <dgm:prSet presAssocID="{C7CD21E3-EC9A-4715-85D6-850CAAB0F0CE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ACBECBC1-B7D1-464A-B274-E00275C88223}" type="pres">
      <dgm:prSet presAssocID="{C7CD21E3-EC9A-4715-85D6-850CAAB0F0CE}" presName="spaceRect" presStyleCnt="0"/>
      <dgm:spPr/>
    </dgm:pt>
    <dgm:pt modelId="{7BB8266B-5ED1-4598-9C38-FF175EDD59FD}" type="pres">
      <dgm:prSet presAssocID="{C7CD21E3-EC9A-4715-85D6-850CAAB0F0CE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C131470D-2AFC-4CE1-87CF-D9DD128624E1}" srcId="{AB57F681-C0C0-4CC1-84AD-2FF05A4DE7B9}" destId="{DD0874C1-9724-446F-A34A-EE14E9C75D65}" srcOrd="0" destOrd="0" parTransId="{9B071051-DEC6-4239-A344-4CC3C8094EAA}" sibTransId="{04FAB661-2EF2-4E85-A0D8-F0D217255150}"/>
    <dgm:cxn modelId="{35737011-C6C5-42D5-91BF-934812A0793E}" srcId="{AB57F681-C0C0-4CC1-84AD-2FF05A4DE7B9}" destId="{9DF27189-7623-4425-A662-031E73F54E16}" srcOrd="2" destOrd="0" parTransId="{42BDDBDD-1E79-4D0D-9F37-FE1B00944B9E}" sibTransId="{B8F409F4-A413-4D97-8A9F-023CAB364CE3}"/>
    <dgm:cxn modelId="{C74E0E1A-4A42-40ED-84EB-892C09B35C60}" srcId="{AB57F681-C0C0-4CC1-84AD-2FF05A4DE7B9}" destId="{10B9B497-D599-4A71-914E-E50D3D4013EF}" srcOrd="1" destOrd="0" parTransId="{32E7B01B-DAA1-440E-848D-A871F78E997C}" sibTransId="{19EC3456-DAD0-4452-97DC-4AAF6C053391}"/>
    <dgm:cxn modelId="{9E14886A-3E17-49FF-AC50-9F4ECED5686D}" type="presOf" srcId="{C7CD21E3-EC9A-4715-85D6-850CAAB0F0CE}" destId="{7BB8266B-5ED1-4598-9C38-FF175EDD59FD}" srcOrd="0" destOrd="0" presId="urn:microsoft.com/office/officeart/2018/2/layout/IconCircleList"/>
    <dgm:cxn modelId="{AF19676D-A74A-4C28-B57A-1BA97B87D7E7}" type="presOf" srcId="{04FAB661-2EF2-4E85-A0D8-F0D217255150}" destId="{A6DADBD9-6283-46E8-9DBA-723D3EC0D0CE}" srcOrd="0" destOrd="0" presId="urn:microsoft.com/office/officeart/2018/2/layout/IconCircleList"/>
    <dgm:cxn modelId="{AB7C0880-DDE0-4A9E-9BD7-87E08C19DE83}" type="presOf" srcId="{DD0874C1-9724-446F-A34A-EE14E9C75D65}" destId="{EAEB415C-A78B-4C44-81FA-F8A02153DCAF}" srcOrd="0" destOrd="0" presId="urn:microsoft.com/office/officeart/2018/2/layout/IconCircleList"/>
    <dgm:cxn modelId="{ABDF86A4-3FB6-41D8-949C-35A994508847}" type="presOf" srcId="{19EC3456-DAD0-4452-97DC-4AAF6C053391}" destId="{7E5A09AB-E698-4A09-9E4E-7F9CCBE5C2E8}" srcOrd="0" destOrd="0" presId="urn:microsoft.com/office/officeart/2018/2/layout/IconCircleList"/>
    <dgm:cxn modelId="{232229A8-04FF-40C2-8C8C-17970E988989}" type="presOf" srcId="{B8F409F4-A413-4D97-8A9F-023CAB364CE3}" destId="{98EDB9B1-43B1-42BC-BCD6-1F812933E2C6}" srcOrd="0" destOrd="0" presId="urn:microsoft.com/office/officeart/2018/2/layout/IconCircleList"/>
    <dgm:cxn modelId="{759AAFAD-1871-4A4B-848D-687F62386E0D}" type="presOf" srcId="{10B9B497-D599-4A71-914E-E50D3D4013EF}" destId="{46727DA0-921B-4EB5-91BB-007AC3BC356E}" srcOrd="0" destOrd="0" presId="urn:microsoft.com/office/officeart/2018/2/layout/IconCircleList"/>
    <dgm:cxn modelId="{6E9820E7-4753-4F56-A357-E4E0A62E4100}" type="presOf" srcId="{AB57F681-C0C0-4CC1-84AD-2FF05A4DE7B9}" destId="{E7109F92-3F2C-4735-A5DF-10410C4CF4A0}" srcOrd="0" destOrd="0" presId="urn:microsoft.com/office/officeart/2018/2/layout/IconCircleList"/>
    <dgm:cxn modelId="{E28EA4EE-C3E0-47A2-9B26-D16CA8817895}" type="presOf" srcId="{9DF27189-7623-4425-A662-031E73F54E16}" destId="{6BFF5B8A-A9F7-42C9-BB16-332A1407F67B}" srcOrd="0" destOrd="0" presId="urn:microsoft.com/office/officeart/2018/2/layout/IconCircleList"/>
    <dgm:cxn modelId="{40690CF1-4CB0-4F7C-B5D6-9D85391A74C0}" srcId="{AB57F681-C0C0-4CC1-84AD-2FF05A4DE7B9}" destId="{C7CD21E3-EC9A-4715-85D6-850CAAB0F0CE}" srcOrd="3" destOrd="0" parTransId="{645120E7-51BC-41DE-A630-F63FF7581DBE}" sibTransId="{A2E982AF-57F3-4CFC-BF8C-4F076F2358FD}"/>
    <dgm:cxn modelId="{734594A7-C7E5-4CE1-BFAF-D05D882B90A0}" type="presParOf" srcId="{E7109F92-3F2C-4735-A5DF-10410C4CF4A0}" destId="{37890443-96C9-49D7-8D18-E9B6E2B396A6}" srcOrd="0" destOrd="0" presId="urn:microsoft.com/office/officeart/2018/2/layout/IconCircleList"/>
    <dgm:cxn modelId="{C39F6434-32B9-4975-ABFA-ECD9E08D90A3}" type="presParOf" srcId="{37890443-96C9-49D7-8D18-E9B6E2B396A6}" destId="{C8AEAC38-4F26-49B9-BA99-7660BC398A05}" srcOrd="0" destOrd="0" presId="urn:microsoft.com/office/officeart/2018/2/layout/IconCircleList"/>
    <dgm:cxn modelId="{6C63F465-F9B2-4E22-BBA2-CDA43BEFE9EB}" type="presParOf" srcId="{C8AEAC38-4F26-49B9-BA99-7660BC398A05}" destId="{BA354D47-B017-4E19-B6AA-AB91BB17E85D}" srcOrd="0" destOrd="0" presId="urn:microsoft.com/office/officeart/2018/2/layout/IconCircleList"/>
    <dgm:cxn modelId="{CA3DAE33-585E-4F35-8A61-EA8B7C316755}" type="presParOf" srcId="{C8AEAC38-4F26-49B9-BA99-7660BC398A05}" destId="{76DAD6ED-8D96-4968-BE43-CA47B380FD8B}" srcOrd="1" destOrd="0" presId="urn:microsoft.com/office/officeart/2018/2/layout/IconCircleList"/>
    <dgm:cxn modelId="{11931698-323F-425B-A05C-80BF0076658C}" type="presParOf" srcId="{C8AEAC38-4F26-49B9-BA99-7660BC398A05}" destId="{716D1479-2AAD-442D-ABB5-940C17C83B9A}" srcOrd="2" destOrd="0" presId="urn:microsoft.com/office/officeart/2018/2/layout/IconCircleList"/>
    <dgm:cxn modelId="{990A5583-E762-4FB4-B21E-F90441A90556}" type="presParOf" srcId="{C8AEAC38-4F26-49B9-BA99-7660BC398A05}" destId="{EAEB415C-A78B-4C44-81FA-F8A02153DCAF}" srcOrd="3" destOrd="0" presId="urn:microsoft.com/office/officeart/2018/2/layout/IconCircleList"/>
    <dgm:cxn modelId="{96E566DC-B81F-4028-8528-1EFF4324E75A}" type="presParOf" srcId="{37890443-96C9-49D7-8D18-E9B6E2B396A6}" destId="{A6DADBD9-6283-46E8-9DBA-723D3EC0D0CE}" srcOrd="1" destOrd="0" presId="urn:microsoft.com/office/officeart/2018/2/layout/IconCircleList"/>
    <dgm:cxn modelId="{C4BED1E7-1C2D-4CE5-814E-4B6EA8D7F848}" type="presParOf" srcId="{37890443-96C9-49D7-8D18-E9B6E2B396A6}" destId="{EC2A6933-7CE3-4378-9B48-2623BBFFB359}" srcOrd="2" destOrd="0" presId="urn:microsoft.com/office/officeart/2018/2/layout/IconCircleList"/>
    <dgm:cxn modelId="{B955608E-0AA7-4122-A901-78FBBDFA73C9}" type="presParOf" srcId="{EC2A6933-7CE3-4378-9B48-2623BBFFB359}" destId="{B19925D4-7D2F-4E0D-8360-1E7ADE9020E2}" srcOrd="0" destOrd="0" presId="urn:microsoft.com/office/officeart/2018/2/layout/IconCircleList"/>
    <dgm:cxn modelId="{81E61A31-1F74-46F0-B500-2EFC256DEA08}" type="presParOf" srcId="{EC2A6933-7CE3-4378-9B48-2623BBFFB359}" destId="{78382AAE-076C-483A-8EEB-65227E572639}" srcOrd="1" destOrd="0" presId="urn:microsoft.com/office/officeart/2018/2/layout/IconCircleList"/>
    <dgm:cxn modelId="{B73F8C0F-F11B-42DD-947C-6290FEC4BBFA}" type="presParOf" srcId="{EC2A6933-7CE3-4378-9B48-2623BBFFB359}" destId="{C60C451B-FA29-4A56-8558-0DAD7CAB30BF}" srcOrd="2" destOrd="0" presId="urn:microsoft.com/office/officeart/2018/2/layout/IconCircleList"/>
    <dgm:cxn modelId="{2681BDFA-9875-4D4D-998D-F28810F55199}" type="presParOf" srcId="{EC2A6933-7CE3-4378-9B48-2623BBFFB359}" destId="{46727DA0-921B-4EB5-91BB-007AC3BC356E}" srcOrd="3" destOrd="0" presId="urn:microsoft.com/office/officeart/2018/2/layout/IconCircleList"/>
    <dgm:cxn modelId="{F832AC21-6377-4965-9FB5-623185719C33}" type="presParOf" srcId="{37890443-96C9-49D7-8D18-E9B6E2B396A6}" destId="{7E5A09AB-E698-4A09-9E4E-7F9CCBE5C2E8}" srcOrd="3" destOrd="0" presId="urn:microsoft.com/office/officeart/2018/2/layout/IconCircleList"/>
    <dgm:cxn modelId="{9DC21677-D558-46B9-B836-36756C7362C1}" type="presParOf" srcId="{37890443-96C9-49D7-8D18-E9B6E2B396A6}" destId="{BF231935-B2DD-4FB3-814B-7CC56D5C841F}" srcOrd="4" destOrd="0" presId="urn:microsoft.com/office/officeart/2018/2/layout/IconCircleList"/>
    <dgm:cxn modelId="{5FE366CE-6EB5-4186-9436-CA954150CAE0}" type="presParOf" srcId="{BF231935-B2DD-4FB3-814B-7CC56D5C841F}" destId="{FC992CCF-9509-462B-9CF4-C50556675680}" srcOrd="0" destOrd="0" presId="urn:microsoft.com/office/officeart/2018/2/layout/IconCircleList"/>
    <dgm:cxn modelId="{56A7A3D5-A7E5-45BD-982B-88298B75D1A4}" type="presParOf" srcId="{BF231935-B2DD-4FB3-814B-7CC56D5C841F}" destId="{D42997A8-64A5-4AA5-946B-54E89EECBF43}" srcOrd="1" destOrd="0" presId="urn:microsoft.com/office/officeart/2018/2/layout/IconCircleList"/>
    <dgm:cxn modelId="{E67B0237-5B35-49BA-A211-B946EECED12B}" type="presParOf" srcId="{BF231935-B2DD-4FB3-814B-7CC56D5C841F}" destId="{4D87FFAD-FCB5-4181-A94D-1FC8159FA28A}" srcOrd="2" destOrd="0" presId="urn:microsoft.com/office/officeart/2018/2/layout/IconCircleList"/>
    <dgm:cxn modelId="{C78B25F7-88D4-4523-B4A9-20075A280F7F}" type="presParOf" srcId="{BF231935-B2DD-4FB3-814B-7CC56D5C841F}" destId="{6BFF5B8A-A9F7-42C9-BB16-332A1407F67B}" srcOrd="3" destOrd="0" presId="urn:microsoft.com/office/officeart/2018/2/layout/IconCircleList"/>
    <dgm:cxn modelId="{A2B9C41B-AA53-4999-8EE7-43473DB46EEE}" type="presParOf" srcId="{37890443-96C9-49D7-8D18-E9B6E2B396A6}" destId="{98EDB9B1-43B1-42BC-BCD6-1F812933E2C6}" srcOrd="5" destOrd="0" presId="urn:microsoft.com/office/officeart/2018/2/layout/IconCircleList"/>
    <dgm:cxn modelId="{4182F399-13C5-4E33-A126-2BF445DBB1C7}" type="presParOf" srcId="{37890443-96C9-49D7-8D18-E9B6E2B396A6}" destId="{AE219C85-1897-4014-937D-11C28DBA961E}" srcOrd="6" destOrd="0" presId="urn:microsoft.com/office/officeart/2018/2/layout/IconCircleList"/>
    <dgm:cxn modelId="{E37CEBFA-4793-46AB-8CAA-EB01BEDA7D75}" type="presParOf" srcId="{AE219C85-1897-4014-937D-11C28DBA961E}" destId="{E7B91EA4-6D51-48A5-B61F-60F7E7C7001B}" srcOrd="0" destOrd="0" presId="urn:microsoft.com/office/officeart/2018/2/layout/IconCircleList"/>
    <dgm:cxn modelId="{14AFB1F6-4869-4634-82EB-4AFF6F2959FB}" type="presParOf" srcId="{AE219C85-1897-4014-937D-11C28DBA961E}" destId="{1F0FA324-3C51-4C40-A65D-A6724A8A96CA}" srcOrd="1" destOrd="0" presId="urn:microsoft.com/office/officeart/2018/2/layout/IconCircleList"/>
    <dgm:cxn modelId="{C444F907-9530-4E55-B6AA-6217DC3771A3}" type="presParOf" srcId="{AE219C85-1897-4014-937D-11C28DBA961E}" destId="{ACBECBC1-B7D1-464A-B274-E00275C88223}" srcOrd="2" destOrd="0" presId="urn:microsoft.com/office/officeart/2018/2/layout/IconCircleList"/>
    <dgm:cxn modelId="{9ED68016-FD2D-4494-865C-161E044ED62D}" type="presParOf" srcId="{AE219C85-1897-4014-937D-11C28DBA961E}" destId="{7BB8266B-5ED1-4598-9C38-FF175EDD59FD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07B5E8-B29D-4452-B6C0-D4340FDF4B4A}">
      <dsp:nvSpPr>
        <dsp:cNvPr id="0" name=""/>
        <dsp:cNvSpPr/>
      </dsp:nvSpPr>
      <dsp:spPr>
        <a:xfrm>
          <a:off x="0" y="568"/>
          <a:ext cx="4844520" cy="726131"/>
        </a:xfrm>
        <a:prstGeom prst="roundRect">
          <a:avLst/>
        </a:prstGeom>
        <a:solidFill>
          <a:schemeClr val="bg2"/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>
              <a:latin typeface="Aldhabi" panose="01000000000000000000" pitchFamily="2" charset="-78"/>
              <a:ea typeface="ADLaM Display" panose="02010000000000000000" pitchFamily="2" charset="0"/>
              <a:cs typeface="Aldhabi" panose="01000000000000000000" pitchFamily="2" charset="-78"/>
            </a:rPr>
            <a:t>AMR SHAABAN</a:t>
          </a:r>
          <a:endParaRPr lang="en-US" sz="3600" b="1" kern="1200" dirty="0">
            <a:latin typeface="Aldhabi" panose="01000000000000000000" pitchFamily="2" charset="-78"/>
            <a:ea typeface="ADLaM Display" panose="02010000000000000000" pitchFamily="2" charset="0"/>
            <a:cs typeface="Aldhabi" panose="01000000000000000000" pitchFamily="2" charset="-78"/>
          </a:endParaRPr>
        </a:p>
      </dsp:txBody>
      <dsp:txXfrm>
        <a:off x="35447" y="36015"/>
        <a:ext cx="4773626" cy="655237"/>
      </dsp:txXfrm>
    </dsp:sp>
    <dsp:sp modelId="{BAC66D99-788B-495E-B9F5-F10885737647}">
      <dsp:nvSpPr>
        <dsp:cNvPr id="0" name=""/>
        <dsp:cNvSpPr/>
      </dsp:nvSpPr>
      <dsp:spPr>
        <a:xfrm>
          <a:off x="0" y="736008"/>
          <a:ext cx="4844520" cy="726131"/>
        </a:xfrm>
        <a:prstGeom prst="roundRect">
          <a:avLst/>
        </a:prstGeom>
        <a:solidFill>
          <a:schemeClr val="bg2"/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>
              <a:latin typeface="Aldhabi" panose="01000000000000000000" pitchFamily="2" charset="-78"/>
              <a:ea typeface="ADLaM Display" panose="02010000000000000000" pitchFamily="2" charset="0"/>
              <a:cs typeface="Aldhabi" panose="01000000000000000000" pitchFamily="2" charset="-78"/>
            </a:rPr>
            <a:t>RAWAN MAHMOUD</a:t>
          </a:r>
          <a:endParaRPr lang="en-US" sz="3600" b="1" kern="1200" dirty="0">
            <a:latin typeface="Aldhabi" panose="01000000000000000000" pitchFamily="2" charset="-78"/>
            <a:ea typeface="ADLaM Display" panose="02010000000000000000" pitchFamily="2" charset="0"/>
            <a:cs typeface="Aldhabi" panose="01000000000000000000" pitchFamily="2" charset="-78"/>
          </a:endParaRPr>
        </a:p>
      </dsp:txBody>
      <dsp:txXfrm>
        <a:off x="35447" y="771455"/>
        <a:ext cx="4773626" cy="655237"/>
      </dsp:txXfrm>
    </dsp:sp>
    <dsp:sp modelId="{2E54D72B-CE78-4187-9970-EE8303F404EC}">
      <dsp:nvSpPr>
        <dsp:cNvPr id="0" name=""/>
        <dsp:cNvSpPr/>
      </dsp:nvSpPr>
      <dsp:spPr>
        <a:xfrm>
          <a:off x="0" y="1471449"/>
          <a:ext cx="4844520" cy="726131"/>
        </a:xfrm>
        <a:prstGeom prst="roundRect">
          <a:avLst/>
        </a:prstGeom>
        <a:solidFill>
          <a:schemeClr val="bg2"/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>
              <a:latin typeface="Aldhabi" panose="01000000000000000000" pitchFamily="2" charset="-78"/>
              <a:ea typeface="ADLaM Display" panose="02010000000000000000" pitchFamily="2" charset="0"/>
              <a:cs typeface="Aldhabi" panose="01000000000000000000" pitchFamily="2" charset="-78"/>
            </a:rPr>
            <a:t>OMNIA MAGDY</a:t>
          </a:r>
          <a:endParaRPr lang="en-US" sz="3600" b="1" kern="1200" dirty="0">
            <a:latin typeface="Aldhabi" panose="01000000000000000000" pitchFamily="2" charset="-78"/>
            <a:ea typeface="ADLaM Display" panose="02010000000000000000" pitchFamily="2" charset="0"/>
            <a:cs typeface="Aldhabi" panose="01000000000000000000" pitchFamily="2" charset="-78"/>
          </a:endParaRPr>
        </a:p>
      </dsp:txBody>
      <dsp:txXfrm>
        <a:off x="35447" y="1506896"/>
        <a:ext cx="4773626" cy="655237"/>
      </dsp:txXfrm>
    </dsp:sp>
    <dsp:sp modelId="{32BED635-3709-4D12-AC43-5D8BB4349809}">
      <dsp:nvSpPr>
        <dsp:cNvPr id="0" name=""/>
        <dsp:cNvSpPr/>
      </dsp:nvSpPr>
      <dsp:spPr>
        <a:xfrm>
          <a:off x="0" y="2206890"/>
          <a:ext cx="4844520" cy="726131"/>
        </a:xfrm>
        <a:prstGeom prst="roundRect">
          <a:avLst/>
        </a:prstGeom>
        <a:solidFill>
          <a:schemeClr val="bg2"/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>
              <a:latin typeface="Aldhabi" panose="01000000000000000000" pitchFamily="2" charset="-78"/>
              <a:ea typeface="ADLaM Display" panose="02010000000000000000" pitchFamily="2" charset="0"/>
              <a:cs typeface="Aldhabi" panose="01000000000000000000" pitchFamily="2" charset="-78"/>
            </a:rPr>
            <a:t>MOSTAFA SAMIR</a:t>
          </a:r>
          <a:endParaRPr lang="en-US" sz="3200" b="1" kern="1200" dirty="0">
            <a:latin typeface="Aldhabi" panose="01000000000000000000" pitchFamily="2" charset="-78"/>
            <a:ea typeface="ADLaM Display" panose="02010000000000000000" pitchFamily="2" charset="0"/>
            <a:cs typeface="Aldhabi" panose="01000000000000000000" pitchFamily="2" charset="-78"/>
          </a:endParaRPr>
        </a:p>
      </dsp:txBody>
      <dsp:txXfrm>
        <a:off x="35447" y="2242337"/>
        <a:ext cx="4773626" cy="655237"/>
      </dsp:txXfrm>
    </dsp:sp>
    <dsp:sp modelId="{44B7C306-3462-48B2-B1DB-BF06B80D7375}">
      <dsp:nvSpPr>
        <dsp:cNvPr id="0" name=""/>
        <dsp:cNvSpPr/>
      </dsp:nvSpPr>
      <dsp:spPr>
        <a:xfrm>
          <a:off x="0" y="2942330"/>
          <a:ext cx="4844520" cy="726131"/>
        </a:xfrm>
        <a:prstGeom prst="roundRect">
          <a:avLst/>
        </a:prstGeom>
        <a:solidFill>
          <a:schemeClr val="bg2"/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>
              <a:latin typeface="Aldhabi" panose="01000000000000000000" pitchFamily="2" charset="-78"/>
              <a:ea typeface="ADLaM Display" panose="02010000000000000000" pitchFamily="2" charset="0"/>
              <a:cs typeface="Aldhabi" panose="01000000000000000000" pitchFamily="2" charset="-78"/>
            </a:rPr>
            <a:t>FATMA ALI</a:t>
          </a:r>
          <a:endParaRPr lang="en-US" sz="3600" b="1" kern="1200" dirty="0">
            <a:latin typeface="Aldhabi" panose="01000000000000000000" pitchFamily="2" charset="-78"/>
            <a:ea typeface="ADLaM Display" panose="02010000000000000000" pitchFamily="2" charset="0"/>
            <a:cs typeface="Aldhabi" panose="01000000000000000000" pitchFamily="2" charset="-78"/>
          </a:endParaRPr>
        </a:p>
      </dsp:txBody>
      <dsp:txXfrm>
        <a:off x="35447" y="2977777"/>
        <a:ext cx="4773626" cy="65523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A72F9A-1A84-4686-B519-9BEC0EA66EBC}">
      <dsp:nvSpPr>
        <dsp:cNvPr id="0" name=""/>
        <dsp:cNvSpPr/>
      </dsp:nvSpPr>
      <dsp:spPr>
        <a:xfrm>
          <a:off x="0" y="3429"/>
          <a:ext cx="6345623" cy="73053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tint val="40000"/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dk2">
                <a:tint val="40000"/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</dsp:sp>
    <dsp:sp modelId="{FCE2343B-8C01-4BC7-97B2-2A44499CA0AC}">
      <dsp:nvSpPr>
        <dsp:cNvPr id="0" name=""/>
        <dsp:cNvSpPr/>
      </dsp:nvSpPr>
      <dsp:spPr>
        <a:xfrm>
          <a:off x="220985" y="167799"/>
          <a:ext cx="401791" cy="40179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06ECD24-5704-4914-83B6-C81F1AA2FE50}">
      <dsp:nvSpPr>
        <dsp:cNvPr id="0" name=""/>
        <dsp:cNvSpPr/>
      </dsp:nvSpPr>
      <dsp:spPr>
        <a:xfrm>
          <a:off x="843762" y="3429"/>
          <a:ext cx="5501860" cy="7305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314" tIns="77314" rIns="77314" bIns="77314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>
              <a:solidFill>
                <a:schemeClr val="bg2"/>
              </a:solidFill>
            </a:rPr>
            <a:t>Project Foundation</a:t>
          </a:r>
          <a:endParaRPr lang="en-US" sz="1900" kern="1200" dirty="0">
            <a:solidFill>
              <a:schemeClr val="bg2"/>
            </a:solidFill>
          </a:endParaRPr>
        </a:p>
      </dsp:txBody>
      <dsp:txXfrm>
        <a:off x="843762" y="3429"/>
        <a:ext cx="5501860" cy="730530"/>
      </dsp:txXfrm>
    </dsp:sp>
    <dsp:sp modelId="{9B62740F-9AD0-4541-9CDE-DCA1F4F87505}">
      <dsp:nvSpPr>
        <dsp:cNvPr id="0" name=""/>
        <dsp:cNvSpPr/>
      </dsp:nvSpPr>
      <dsp:spPr>
        <a:xfrm>
          <a:off x="0" y="916592"/>
          <a:ext cx="6345623" cy="73053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tint val="40000"/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dk2">
                <a:tint val="40000"/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</dsp:sp>
    <dsp:sp modelId="{236F9E26-0A6D-4426-8026-10B025B23A1F}">
      <dsp:nvSpPr>
        <dsp:cNvPr id="0" name=""/>
        <dsp:cNvSpPr/>
      </dsp:nvSpPr>
      <dsp:spPr>
        <a:xfrm>
          <a:off x="220985" y="1080962"/>
          <a:ext cx="401791" cy="40179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E1E9CDB-5126-4AB9-BF90-3E3B30695F73}">
      <dsp:nvSpPr>
        <dsp:cNvPr id="0" name=""/>
        <dsp:cNvSpPr/>
      </dsp:nvSpPr>
      <dsp:spPr>
        <a:xfrm>
          <a:off x="843762" y="916592"/>
          <a:ext cx="5501860" cy="7305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314" tIns="77314" rIns="77314" bIns="77314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>
              <a:solidFill>
                <a:schemeClr val="bg2"/>
              </a:solidFill>
            </a:rPr>
            <a:t>Methodology</a:t>
          </a:r>
          <a:endParaRPr lang="en-US" sz="1900" kern="1200" dirty="0">
            <a:solidFill>
              <a:schemeClr val="bg2"/>
            </a:solidFill>
          </a:endParaRPr>
        </a:p>
      </dsp:txBody>
      <dsp:txXfrm>
        <a:off x="843762" y="916592"/>
        <a:ext cx="5501860" cy="730530"/>
      </dsp:txXfrm>
    </dsp:sp>
    <dsp:sp modelId="{4695F324-9426-4972-BEC6-E68C626C7BAB}">
      <dsp:nvSpPr>
        <dsp:cNvPr id="0" name=""/>
        <dsp:cNvSpPr/>
      </dsp:nvSpPr>
      <dsp:spPr>
        <a:xfrm>
          <a:off x="0" y="1829756"/>
          <a:ext cx="6345623" cy="73053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tint val="40000"/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dk2">
                <a:tint val="40000"/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</dsp:sp>
    <dsp:sp modelId="{1F0FC9D6-8944-449B-B6E7-98B75CD710B3}">
      <dsp:nvSpPr>
        <dsp:cNvPr id="0" name=""/>
        <dsp:cNvSpPr/>
      </dsp:nvSpPr>
      <dsp:spPr>
        <a:xfrm>
          <a:off x="220985" y="1994125"/>
          <a:ext cx="401791" cy="40179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FE4FDF3-D81D-45E5-BAFB-FFFB3C9CA9F4}">
      <dsp:nvSpPr>
        <dsp:cNvPr id="0" name=""/>
        <dsp:cNvSpPr/>
      </dsp:nvSpPr>
      <dsp:spPr>
        <a:xfrm>
          <a:off x="843762" y="1829756"/>
          <a:ext cx="5501860" cy="7305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314" tIns="77314" rIns="77314" bIns="77314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>
              <a:solidFill>
                <a:schemeClr val="bg2"/>
              </a:solidFill>
            </a:rPr>
            <a:t>Key Analytical Models &amp; Metrics</a:t>
          </a:r>
          <a:endParaRPr lang="en-US" sz="1900" kern="1200" dirty="0">
            <a:solidFill>
              <a:schemeClr val="bg2"/>
            </a:solidFill>
          </a:endParaRPr>
        </a:p>
      </dsp:txBody>
      <dsp:txXfrm>
        <a:off x="843762" y="1829756"/>
        <a:ext cx="5501860" cy="730530"/>
      </dsp:txXfrm>
    </dsp:sp>
    <dsp:sp modelId="{590F656C-A867-4F69-8CDA-2EDDB787FB73}">
      <dsp:nvSpPr>
        <dsp:cNvPr id="0" name=""/>
        <dsp:cNvSpPr/>
      </dsp:nvSpPr>
      <dsp:spPr>
        <a:xfrm>
          <a:off x="0" y="2742919"/>
          <a:ext cx="6345623" cy="73053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tint val="40000"/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dk2">
                <a:tint val="40000"/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</dsp:sp>
    <dsp:sp modelId="{8E0837A5-CD85-44C9-8A2D-26D18B67167D}">
      <dsp:nvSpPr>
        <dsp:cNvPr id="0" name=""/>
        <dsp:cNvSpPr/>
      </dsp:nvSpPr>
      <dsp:spPr>
        <a:xfrm>
          <a:off x="220985" y="2907288"/>
          <a:ext cx="401791" cy="40179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D337616-7FA0-4FA3-9850-724167FBF34C}">
      <dsp:nvSpPr>
        <dsp:cNvPr id="0" name=""/>
        <dsp:cNvSpPr/>
      </dsp:nvSpPr>
      <dsp:spPr>
        <a:xfrm>
          <a:off x="843762" y="2742919"/>
          <a:ext cx="5501860" cy="7305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314" tIns="77314" rIns="77314" bIns="77314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>
              <a:solidFill>
                <a:schemeClr val="bg2"/>
              </a:solidFill>
            </a:rPr>
            <a:t>Executive Dashboard &amp; Key Insights</a:t>
          </a:r>
          <a:endParaRPr lang="en-US" sz="1900" kern="1200">
            <a:solidFill>
              <a:schemeClr val="bg2"/>
            </a:solidFill>
          </a:endParaRPr>
        </a:p>
      </dsp:txBody>
      <dsp:txXfrm>
        <a:off x="843762" y="2742919"/>
        <a:ext cx="5501860" cy="730530"/>
      </dsp:txXfrm>
    </dsp:sp>
    <dsp:sp modelId="{717620E4-DF79-433B-B51E-6123B02593FF}">
      <dsp:nvSpPr>
        <dsp:cNvPr id="0" name=""/>
        <dsp:cNvSpPr/>
      </dsp:nvSpPr>
      <dsp:spPr>
        <a:xfrm>
          <a:off x="0" y="3656082"/>
          <a:ext cx="6345623" cy="73053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tint val="40000"/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dk2">
                <a:tint val="40000"/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</dsp:sp>
    <dsp:sp modelId="{FB0C6193-BA6B-4147-B673-DC5B52676C2A}">
      <dsp:nvSpPr>
        <dsp:cNvPr id="0" name=""/>
        <dsp:cNvSpPr/>
      </dsp:nvSpPr>
      <dsp:spPr>
        <a:xfrm>
          <a:off x="220985" y="3820452"/>
          <a:ext cx="401791" cy="40179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7DFAE7B-169C-41F6-A697-A8A6588B3755}">
      <dsp:nvSpPr>
        <dsp:cNvPr id="0" name=""/>
        <dsp:cNvSpPr/>
      </dsp:nvSpPr>
      <dsp:spPr>
        <a:xfrm>
          <a:off x="843762" y="3656082"/>
          <a:ext cx="5501860" cy="7305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314" tIns="77314" rIns="77314" bIns="77314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>
              <a:solidFill>
                <a:schemeClr val="bg2"/>
              </a:solidFill>
            </a:rPr>
            <a:t>Recommendations &amp; Business Impact</a:t>
          </a:r>
          <a:endParaRPr lang="en-US" sz="1900" kern="1200">
            <a:solidFill>
              <a:schemeClr val="bg2"/>
            </a:solidFill>
          </a:endParaRPr>
        </a:p>
      </dsp:txBody>
      <dsp:txXfrm>
        <a:off x="843762" y="3656082"/>
        <a:ext cx="5501860" cy="73053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7A2DE4-8491-456D-95BE-1F1FC739CB94}">
      <dsp:nvSpPr>
        <dsp:cNvPr id="0" name=""/>
        <dsp:cNvSpPr/>
      </dsp:nvSpPr>
      <dsp:spPr>
        <a:xfrm>
          <a:off x="0" y="256944"/>
          <a:ext cx="1513912" cy="908347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What?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 dirty="0"/>
        </a:p>
      </dsp:txBody>
      <dsp:txXfrm>
        <a:off x="0" y="256944"/>
        <a:ext cx="1513912" cy="908347"/>
      </dsp:txXfrm>
    </dsp:sp>
    <dsp:sp modelId="{EF193A01-F260-41C6-9B6A-8F3D2652FCFC}">
      <dsp:nvSpPr>
        <dsp:cNvPr id="0" name=""/>
        <dsp:cNvSpPr/>
      </dsp:nvSpPr>
      <dsp:spPr>
        <a:xfrm>
          <a:off x="1665304" y="256944"/>
          <a:ext cx="1513912" cy="908347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+10</a:t>
          </a:r>
          <a:r>
            <a:rPr lang="en-US" sz="1600" kern="1200"/>
            <a:t>k</a:t>
          </a:r>
          <a:r>
            <a:rPr lang="en-US" sz="2000" kern="1200"/>
            <a:t> </a:t>
          </a:r>
          <a:r>
            <a:rPr lang="en-US" sz="1400" kern="1200"/>
            <a:t>patients’ records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dirty="0"/>
        </a:p>
      </dsp:txBody>
      <dsp:txXfrm>
        <a:off x="1665304" y="256944"/>
        <a:ext cx="1513912" cy="908347"/>
      </dsp:txXfrm>
    </dsp:sp>
    <dsp:sp modelId="{D2B49D61-C5FC-4F4E-A6A7-1B50BCF6A018}">
      <dsp:nvSpPr>
        <dsp:cNvPr id="0" name=""/>
        <dsp:cNvSpPr/>
      </dsp:nvSpPr>
      <dsp:spPr>
        <a:xfrm>
          <a:off x="3330608" y="256944"/>
          <a:ext cx="1513912" cy="908347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Operations</a:t>
          </a:r>
          <a:endParaRPr lang="en-US" sz="2000" kern="1200" dirty="0"/>
        </a:p>
      </dsp:txBody>
      <dsp:txXfrm>
        <a:off x="3330608" y="256944"/>
        <a:ext cx="1513912" cy="908347"/>
      </dsp:txXfrm>
    </dsp:sp>
    <dsp:sp modelId="{2F71D2DA-D116-49B3-9700-F657630A9792}">
      <dsp:nvSpPr>
        <dsp:cNvPr id="0" name=""/>
        <dsp:cNvSpPr/>
      </dsp:nvSpPr>
      <dsp:spPr>
        <a:xfrm>
          <a:off x="0" y="1316683"/>
          <a:ext cx="1513912" cy="908347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Finance</a:t>
          </a:r>
          <a:endParaRPr lang="en-US" sz="2000" kern="1200" dirty="0"/>
        </a:p>
      </dsp:txBody>
      <dsp:txXfrm>
        <a:off x="0" y="1316683"/>
        <a:ext cx="1513912" cy="908347"/>
      </dsp:txXfrm>
    </dsp:sp>
    <dsp:sp modelId="{3B3B1F3C-AAE2-4D07-B97B-E9B02FF4618F}">
      <dsp:nvSpPr>
        <dsp:cNvPr id="0" name=""/>
        <dsp:cNvSpPr/>
      </dsp:nvSpPr>
      <dsp:spPr>
        <a:xfrm>
          <a:off x="1665304" y="1316683"/>
          <a:ext cx="1513912" cy="908347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Experience</a:t>
          </a:r>
          <a:endParaRPr lang="en-US" sz="2000" kern="1200" dirty="0"/>
        </a:p>
      </dsp:txBody>
      <dsp:txXfrm>
        <a:off x="1665304" y="1316683"/>
        <a:ext cx="1513912" cy="908347"/>
      </dsp:txXfrm>
    </dsp:sp>
    <dsp:sp modelId="{1D4391AA-E897-4B26-9147-05DBB90A30A9}">
      <dsp:nvSpPr>
        <dsp:cNvPr id="0" name=""/>
        <dsp:cNvSpPr/>
      </dsp:nvSpPr>
      <dsp:spPr>
        <a:xfrm>
          <a:off x="3330608" y="1316683"/>
          <a:ext cx="1513912" cy="908347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Clinical</a:t>
          </a:r>
          <a:endParaRPr lang="en-US" sz="2000" kern="1200" dirty="0"/>
        </a:p>
      </dsp:txBody>
      <dsp:txXfrm>
        <a:off x="3330608" y="1316683"/>
        <a:ext cx="1513912" cy="908347"/>
      </dsp:txXfrm>
    </dsp:sp>
    <dsp:sp modelId="{4BA00241-747B-4B99-8841-65EAE9E1907C}">
      <dsp:nvSpPr>
        <dsp:cNvPr id="0" name=""/>
        <dsp:cNvSpPr/>
      </dsp:nvSpPr>
      <dsp:spPr>
        <a:xfrm>
          <a:off x="832652" y="2376422"/>
          <a:ext cx="1513912" cy="908347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WHEN</a:t>
          </a:r>
          <a:endParaRPr lang="en-US" sz="2000" kern="1200" dirty="0"/>
        </a:p>
      </dsp:txBody>
      <dsp:txXfrm>
        <a:off x="832652" y="2376422"/>
        <a:ext cx="1513912" cy="908347"/>
      </dsp:txXfrm>
    </dsp:sp>
    <dsp:sp modelId="{1B6397B3-5E2E-40B4-8148-7BDFFA393ED0}">
      <dsp:nvSpPr>
        <dsp:cNvPr id="0" name=""/>
        <dsp:cNvSpPr/>
      </dsp:nvSpPr>
      <dsp:spPr>
        <a:xfrm>
          <a:off x="2497956" y="2376422"/>
          <a:ext cx="1513912" cy="908347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2024 –2025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/>
            <a:t>Morning, Evening, Night</a:t>
          </a:r>
          <a:endParaRPr lang="en-US" sz="1400" kern="1200" dirty="0"/>
        </a:p>
      </dsp:txBody>
      <dsp:txXfrm>
        <a:off x="2497956" y="2376422"/>
        <a:ext cx="1513912" cy="90834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39F308-7730-44AB-A385-2A44E460D1CA}">
      <dsp:nvSpPr>
        <dsp:cNvPr id="0" name=""/>
        <dsp:cNvSpPr/>
      </dsp:nvSpPr>
      <dsp:spPr>
        <a:xfrm>
          <a:off x="519226" y="341422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A4D9695-8B55-4CD7-BE8E-F6FCFB909820}">
      <dsp:nvSpPr>
        <dsp:cNvPr id="0" name=""/>
        <dsp:cNvSpPr/>
      </dsp:nvSpPr>
      <dsp:spPr>
        <a:xfrm>
          <a:off x="24226" y="1580291"/>
          <a:ext cx="1800000" cy="16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WHERE ?</a:t>
          </a:r>
          <a:endParaRPr lang="en-US" sz="1600" kern="1200" dirty="0"/>
        </a:p>
      </dsp:txBody>
      <dsp:txXfrm>
        <a:off x="24226" y="1580291"/>
        <a:ext cx="1800000" cy="1620000"/>
      </dsp:txXfrm>
    </dsp:sp>
    <dsp:sp modelId="{BF509B73-C3DB-496D-B109-5D4BBC6C7AAA}">
      <dsp:nvSpPr>
        <dsp:cNvPr id="0" name=""/>
        <dsp:cNvSpPr/>
      </dsp:nvSpPr>
      <dsp:spPr>
        <a:xfrm>
          <a:off x="2634226" y="341422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F0F2AFD-B76A-4959-A488-292766CAA877}">
      <dsp:nvSpPr>
        <dsp:cNvPr id="0" name=""/>
        <dsp:cNvSpPr/>
      </dsp:nvSpPr>
      <dsp:spPr>
        <a:xfrm>
          <a:off x="2139226" y="1580291"/>
          <a:ext cx="1800000" cy="16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North, South, East, West, Central Departments	</a:t>
          </a:r>
          <a:endParaRPr lang="en-US" sz="1600" kern="1200" dirty="0"/>
        </a:p>
      </dsp:txBody>
      <dsp:txXfrm>
        <a:off x="2139226" y="1580291"/>
        <a:ext cx="1800000" cy="1620000"/>
      </dsp:txXfrm>
    </dsp:sp>
    <dsp:sp modelId="{848D0D92-B0F7-4A12-8FF2-0ECE0C0F2F8E}">
      <dsp:nvSpPr>
        <dsp:cNvPr id="0" name=""/>
        <dsp:cNvSpPr/>
      </dsp:nvSpPr>
      <dsp:spPr>
        <a:xfrm>
          <a:off x="4749226" y="341422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85003AE-A4B0-4B33-95AE-73A20C7DA9D2}">
      <dsp:nvSpPr>
        <dsp:cNvPr id="0" name=""/>
        <dsp:cNvSpPr/>
      </dsp:nvSpPr>
      <dsp:spPr>
        <a:xfrm>
          <a:off x="4254226" y="1580291"/>
          <a:ext cx="1800000" cy="16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Oncology, Cardiology, Emergency, General Surgery, Orthopedics, Neurology, Pediatrics, Maternity</a:t>
          </a:r>
          <a:endParaRPr lang="en-US" sz="1600" kern="1200" dirty="0"/>
        </a:p>
      </dsp:txBody>
      <dsp:txXfrm>
        <a:off x="4254226" y="1580291"/>
        <a:ext cx="1800000" cy="16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54115E-BBB6-4A69-BFC4-0BAEC1EB4E5B}">
      <dsp:nvSpPr>
        <dsp:cNvPr id="0" name=""/>
        <dsp:cNvSpPr/>
      </dsp:nvSpPr>
      <dsp:spPr>
        <a:xfrm>
          <a:off x="1108090" y="355859"/>
          <a:ext cx="762539" cy="7625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2BC004C-1E25-4395-B97E-11601DFBE26B}">
      <dsp:nvSpPr>
        <dsp:cNvPr id="0" name=""/>
        <dsp:cNvSpPr/>
      </dsp:nvSpPr>
      <dsp:spPr>
        <a:xfrm>
          <a:off x="642094" y="1403774"/>
          <a:ext cx="1694531" cy="7625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Why ?</a:t>
          </a:r>
        </a:p>
      </dsp:txBody>
      <dsp:txXfrm>
        <a:off x="642094" y="1403774"/>
        <a:ext cx="1694531" cy="762539"/>
      </dsp:txXfrm>
    </dsp:sp>
    <dsp:sp modelId="{A41F1BA7-A548-409C-BD3D-CDCE2335A939}">
      <dsp:nvSpPr>
        <dsp:cNvPr id="0" name=""/>
        <dsp:cNvSpPr/>
      </dsp:nvSpPr>
      <dsp:spPr>
        <a:xfrm>
          <a:off x="3099164" y="355859"/>
          <a:ext cx="762539" cy="7625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18B2A80-C646-489E-9FC1-56EF9E6DAD6E}">
      <dsp:nvSpPr>
        <dsp:cNvPr id="0" name=""/>
        <dsp:cNvSpPr/>
      </dsp:nvSpPr>
      <dsp:spPr>
        <a:xfrm>
          <a:off x="2633168" y="1403774"/>
          <a:ext cx="1694531" cy="7625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Improve patient satisfaction.</a:t>
          </a:r>
        </a:p>
      </dsp:txBody>
      <dsp:txXfrm>
        <a:off x="2633168" y="1403774"/>
        <a:ext cx="1694531" cy="762539"/>
      </dsp:txXfrm>
    </dsp:sp>
    <dsp:sp modelId="{945C7BA7-CF8E-439E-856C-5FE5A6E15E71}">
      <dsp:nvSpPr>
        <dsp:cNvPr id="0" name=""/>
        <dsp:cNvSpPr/>
      </dsp:nvSpPr>
      <dsp:spPr>
        <a:xfrm>
          <a:off x="5090239" y="355859"/>
          <a:ext cx="762539" cy="7625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A4EFD6D-A162-49E6-AEE1-810794A31294}">
      <dsp:nvSpPr>
        <dsp:cNvPr id="0" name=""/>
        <dsp:cNvSpPr/>
      </dsp:nvSpPr>
      <dsp:spPr>
        <a:xfrm>
          <a:off x="4624243" y="1403774"/>
          <a:ext cx="1694531" cy="7625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Reduce patient waiting time.</a:t>
          </a:r>
        </a:p>
      </dsp:txBody>
      <dsp:txXfrm>
        <a:off x="4624243" y="1403774"/>
        <a:ext cx="1694531" cy="762539"/>
      </dsp:txXfrm>
    </dsp:sp>
    <dsp:sp modelId="{36920326-9836-45E5-ABD5-E892B8B84CA5}">
      <dsp:nvSpPr>
        <dsp:cNvPr id="0" name=""/>
        <dsp:cNvSpPr/>
      </dsp:nvSpPr>
      <dsp:spPr>
        <a:xfrm>
          <a:off x="1108090" y="2589946"/>
          <a:ext cx="762539" cy="7625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9945F76-AAFA-4FF1-B453-AA52FD022F5E}">
      <dsp:nvSpPr>
        <dsp:cNvPr id="0" name=""/>
        <dsp:cNvSpPr/>
      </dsp:nvSpPr>
      <dsp:spPr>
        <a:xfrm>
          <a:off x="642094" y="3637861"/>
          <a:ext cx="1694531" cy="7625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Increase Patient Loyalty (NPS Score).</a:t>
          </a:r>
        </a:p>
      </dsp:txBody>
      <dsp:txXfrm>
        <a:off x="642094" y="3637861"/>
        <a:ext cx="1694531" cy="762539"/>
      </dsp:txXfrm>
    </dsp:sp>
    <dsp:sp modelId="{A96FAC38-1BEE-4C31-9AED-E4E74B4D3A81}">
      <dsp:nvSpPr>
        <dsp:cNvPr id="0" name=""/>
        <dsp:cNvSpPr/>
      </dsp:nvSpPr>
      <dsp:spPr>
        <a:xfrm>
          <a:off x="3099164" y="2589946"/>
          <a:ext cx="762539" cy="7625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A4C32D9-107E-4FAB-8FCC-1D4BCAB226E4}">
      <dsp:nvSpPr>
        <dsp:cNvPr id="0" name=""/>
        <dsp:cNvSpPr/>
      </dsp:nvSpPr>
      <dsp:spPr>
        <a:xfrm>
          <a:off x="2633168" y="3637861"/>
          <a:ext cx="1694531" cy="7625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Optimize Resource allocation (Doctor Workload, Bed Occupancy).</a:t>
          </a:r>
        </a:p>
      </dsp:txBody>
      <dsp:txXfrm>
        <a:off x="2633168" y="3637861"/>
        <a:ext cx="1694531" cy="762539"/>
      </dsp:txXfrm>
    </dsp:sp>
    <dsp:sp modelId="{D05F8260-15AC-4AE3-83DD-D4457F4C1777}">
      <dsp:nvSpPr>
        <dsp:cNvPr id="0" name=""/>
        <dsp:cNvSpPr/>
      </dsp:nvSpPr>
      <dsp:spPr>
        <a:xfrm>
          <a:off x="5090239" y="2589946"/>
          <a:ext cx="762539" cy="7625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D3C120E-5AB0-4F7B-B191-2D2996FA8B1C}">
      <dsp:nvSpPr>
        <dsp:cNvPr id="0" name=""/>
        <dsp:cNvSpPr/>
      </dsp:nvSpPr>
      <dsp:spPr>
        <a:xfrm>
          <a:off x="4624243" y="3637861"/>
          <a:ext cx="1694531" cy="7625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Maximize Profitability</a:t>
          </a:r>
        </a:p>
      </dsp:txBody>
      <dsp:txXfrm>
        <a:off x="4624243" y="3637861"/>
        <a:ext cx="1694531" cy="76253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354D47-B017-4E19-B6AA-AB91BB17E85D}">
      <dsp:nvSpPr>
        <dsp:cNvPr id="0" name=""/>
        <dsp:cNvSpPr/>
      </dsp:nvSpPr>
      <dsp:spPr>
        <a:xfrm>
          <a:off x="71141" y="865011"/>
          <a:ext cx="604800" cy="6048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DAD6ED-8D96-4968-BE43-CA47B380FD8B}">
      <dsp:nvSpPr>
        <dsp:cNvPr id="0" name=""/>
        <dsp:cNvSpPr/>
      </dsp:nvSpPr>
      <dsp:spPr>
        <a:xfrm>
          <a:off x="198149" y="992019"/>
          <a:ext cx="350784" cy="35078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EB415C-A78B-4C44-81FA-F8A02153DCAF}">
      <dsp:nvSpPr>
        <dsp:cNvPr id="0" name=""/>
        <dsp:cNvSpPr/>
      </dsp:nvSpPr>
      <dsp:spPr>
        <a:xfrm>
          <a:off x="805541" y="865011"/>
          <a:ext cx="1425599" cy="604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Data Collection</a:t>
          </a:r>
        </a:p>
      </dsp:txBody>
      <dsp:txXfrm>
        <a:off x="805541" y="865011"/>
        <a:ext cx="1425599" cy="604800"/>
      </dsp:txXfrm>
    </dsp:sp>
    <dsp:sp modelId="{B19925D4-7D2F-4E0D-8360-1E7ADE9020E2}">
      <dsp:nvSpPr>
        <dsp:cNvPr id="0" name=""/>
        <dsp:cNvSpPr/>
      </dsp:nvSpPr>
      <dsp:spPr>
        <a:xfrm>
          <a:off x="2479541" y="865011"/>
          <a:ext cx="604800" cy="604800"/>
        </a:xfrm>
        <a:prstGeom prst="ellipse">
          <a:avLst/>
        </a:prstGeom>
        <a:solidFill>
          <a:schemeClr val="accent5">
            <a:hueOff val="-1102852"/>
            <a:satOff val="-5923"/>
            <a:lumOff val="202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382AAE-076C-483A-8EEB-65227E572639}">
      <dsp:nvSpPr>
        <dsp:cNvPr id="0" name=""/>
        <dsp:cNvSpPr/>
      </dsp:nvSpPr>
      <dsp:spPr>
        <a:xfrm>
          <a:off x="2606549" y="992019"/>
          <a:ext cx="350784" cy="35078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727DA0-921B-4EB5-91BB-007AC3BC356E}">
      <dsp:nvSpPr>
        <dsp:cNvPr id="0" name=""/>
        <dsp:cNvSpPr/>
      </dsp:nvSpPr>
      <dsp:spPr>
        <a:xfrm>
          <a:off x="3213941" y="865011"/>
          <a:ext cx="1425599" cy="604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Data Cleaning</a:t>
          </a:r>
          <a:endParaRPr lang="en-US" sz="1800" b="1" kern="1200" dirty="0"/>
        </a:p>
      </dsp:txBody>
      <dsp:txXfrm>
        <a:off x="3213941" y="865011"/>
        <a:ext cx="1425599" cy="604800"/>
      </dsp:txXfrm>
    </dsp:sp>
    <dsp:sp modelId="{FC992CCF-9509-462B-9CF4-C50556675680}">
      <dsp:nvSpPr>
        <dsp:cNvPr id="0" name=""/>
        <dsp:cNvSpPr/>
      </dsp:nvSpPr>
      <dsp:spPr>
        <a:xfrm>
          <a:off x="71141" y="2071902"/>
          <a:ext cx="604800" cy="604800"/>
        </a:xfrm>
        <a:prstGeom prst="ellipse">
          <a:avLst/>
        </a:prstGeom>
        <a:solidFill>
          <a:schemeClr val="accent5">
            <a:hueOff val="-2205704"/>
            <a:satOff val="-11847"/>
            <a:lumOff val="4052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2997A8-64A5-4AA5-946B-54E89EECBF43}">
      <dsp:nvSpPr>
        <dsp:cNvPr id="0" name=""/>
        <dsp:cNvSpPr/>
      </dsp:nvSpPr>
      <dsp:spPr>
        <a:xfrm>
          <a:off x="198149" y="2198910"/>
          <a:ext cx="350784" cy="35078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FF5B8A-A9F7-42C9-BB16-332A1407F67B}">
      <dsp:nvSpPr>
        <dsp:cNvPr id="0" name=""/>
        <dsp:cNvSpPr/>
      </dsp:nvSpPr>
      <dsp:spPr>
        <a:xfrm>
          <a:off x="805541" y="2071902"/>
          <a:ext cx="1425599" cy="604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Data analysis</a:t>
          </a:r>
        </a:p>
      </dsp:txBody>
      <dsp:txXfrm>
        <a:off x="805541" y="2071902"/>
        <a:ext cx="1425599" cy="604800"/>
      </dsp:txXfrm>
    </dsp:sp>
    <dsp:sp modelId="{E7B91EA4-6D51-48A5-B61F-60F7E7C7001B}">
      <dsp:nvSpPr>
        <dsp:cNvPr id="0" name=""/>
        <dsp:cNvSpPr/>
      </dsp:nvSpPr>
      <dsp:spPr>
        <a:xfrm>
          <a:off x="2479541" y="2071902"/>
          <a:ext cx="604800" cy="604800"/>
        </a:xfrm>
        <a:prstGeom prst="ellipse">
          <a:avLst/>
        </a:prstGeom>
        <a:solidFill>
          <a:schemeClr val="accent5">
            <a:hueOff val="-3308557"/>
            <a:satOff val="-17770"/>
            <a:lumOff val="6078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0FA324-3C51-4C40-A65D-A6724A8A96CA}">
      <dsp:nvSpPr>
        <dsp:cNvPr id="0" name=""/>
        <dsp:cNvSpPr/>
      </dsp:nvSpPr>
      <dsp:spPr>
        <a:xfrm>
          <a:off x="2606549" y="2198910"/>
          <a:ext cx="350784" cy="35078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B8266B-5ED1-4598-9C38-FF175EDD59FD}">
      <dsp:nvSpPr>
        <dsp:cNvPr id="0" name=""/>
        <dsp:cNvSpPr/>
      </dsp:nvSpPr>
      <dsp:spPr>
        <a:xfrm>
          <a:off x="3213941" y="2071902"/>
          <a:ext cx="1425599" cy="604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cap="all">
              <a:latin typeface="Tw Cen MT" panose="020B0602020104020603"/>
              <a:ea typeface="+mn-ea"/>
              <a:cs typeface="+mn-cs"/>
            </a:rPr>
            <a:t>Data Visualization</a:t>
          </a:r>
        </a:p>
      </dsp:txBody>
      <dsp:txXfrm>
        <a:off x="3213941" y="2071902"/>
        <a:ext cx="1425599" cy="6048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9F95F0D5-CD22-4CD4-A272-435B08D5C15F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38D7267C-4EB3-46F0-8046-ADA518C55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252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F0D5-CD22-4CD4-A272-435B08D5C15F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7267C-4EB3-46F0-8046-ADA518C55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122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F0D5-CD22-4CD4-A272-435B08D5C15F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7267C-4EB3-46F0-8046-ADA518C55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634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F0D5-CD22-4CD4-A272-435B08D5C15F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7267C-4EB3-46F0-8046-ADA518C55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100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F0D5-CD22-4CD4-A272-435B08D5C15F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7267C-4EB3-46F0-8046-ADA518C55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148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F0D5-CD22-4CD4-A272-435B08D5C15F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7267C-4EB3-46F0-8046-ADA518C55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015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F0D5-CD22-4CD4-A272-435B08D5C15F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7267C-4EB3-46F0-8046-ADA518C55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253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F0D5-CD22-4CD4-A272-435B08D5C15F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7267C-4EB3-46F0-8046-ADA518C55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735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F0D5-CD22-4CD4-A272-435B08D5C15F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7267C-4EB3-46F0-8046-ADA518C55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5713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F0D5-CD22-4CD4-A272-435B08D5C15F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7267C-4EB3-46F0-8046-ADA518C55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152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F0D5-CD22-4CD4-A272-435B08D5C15F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7267C-4EB3-46F0-8046-ADA518C55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5742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F0D5-CD22-4CD4-A272-435B08D5C15F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7267C-4EB3-46F0-8046-ADA518C55FC0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004125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F0D5-CD22-4CD4-A272-435B08D5C15F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7267C-4EB3-46F0-8046-ADA518C55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7614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F0D5-CD22-4CD4-A272-435B08D5C15F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7267C-4EB3-46F0-8046-ADA518C55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119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F0D5-CD22-4CD4-A272-435B08D5C15F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7267C-4EB3-46F0-8046-ADA518C55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3877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F0D5-CD22-4CD4-A272-435B08D5C15F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7267C-4EB3-46F0-8046-ADA518C55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1711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F0D5-CD22-4CD4-A272-435B08D5C15F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7267C-4EB3-46F0-8046-ADA518C55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358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95F0D5-CD22-4CD4-A272-435B08D5C15F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D7267C-4EB3-46F0-8046-ADA518C55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30261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  <p:sldLayoutId id="2147483774" r:id="rId12"/>
    <p:sldLayoutId id="2147483775" r:id="rId13"/>
    <p:sldLayoutId id="2147483776" r:id="rId14"/>
    <p:sldLayoutId id="2147483777" r:id="rId15"/>
    <p:sldLayoutId id="2147483778" r:id="rId16"/>
    <p:sldLayoutId id="214748377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g"/><Relationship Id="rId4" Type="http://schemas.openxmlformats.org/officeDocument/2006/relationships/image" Target="../media/image3.jfif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5.jpg"/><Relationship Id="rId7" Type="http://schemas.openxmlformats.org/officeDocument/2006/relationships/diagramColors" Target="../diagrams/colors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image" Target="../media/image2.png"/><Relationship Id="rId7" Type="http://schemas.openxmlformats.org/officeDocument/2006/relationships/diagramQuickStyle" Target="../diagrams/quickStyle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4" Type="http://schemas.openxmlformats.org/officeDocument/2006/relationships/image" Target="../media/image6.jpg"/><Relationship Id="rId9" Type="http://schemas.microsoft.com/office/2007/relationships/diagramDrawing" Target="../diagrams/drawing2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12.jpg"/><Relationship Id="rId7" Type="http://schemas.openxmlformats.org/officeDocument/2006/relationships/diagramColors" Target="../diagrams/colors3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4.xml"/><Relationship Id="rId3" Type="http://schemas.openxmlformats.org/officeDocument/2006/relationships/image" Target="../media/image2.png"/><Relationship Id="rId7" Type="http://schemas.openxmlformats.org/officeDocument/2006/relationships/diagramQuickStyle" Target="../diagrams/quickStyle4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4.xml"/><Relationship Id="rId5" Type="http://schemas.openxmlformats.org/officeDocument/2006/relationships/diagramData" Target="../diagrams/data4.xml"/><Relationship Id="rId4" Type="http://schemas.openxmlformats.org/officeDocument/2006/relationships/image" Target="../media/image13.jpg"/><Relationship Id="rId9" Type="http://schemas.microsoft.com/office/2007/relationships/diagramDrawing" Target="../diagrams/drawing4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17.jpg"/><Relationship Id="rId7" Type="http://schemas.openxmlformats.org/officeDocument/2006/relationships/diagramColors" Target="../diagrams/colors5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6.xml"/><Relationship Id="rId3" Type="http://schemas.openxmlformats.org/officeDocument/2006/relationships/image" Target="../media/image23.jpg"/><Relationship Id="rId7" Type="http://schemas.openxmlformats.org/officeDocument/2006/relationships/diagramColors" Target="../diagrams/colors6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6.xml"/><Relationship Id="rId5" Type="http://schemas.openxmlformats.org/officeDocument/2006/relationships/diagramLayout" Target="../diagrams/layout6.xml"/><Relationship Id="rId4" Type="http://schemas.openxmlformats.org/officeDocument/2006/relationships/diagramData" Target="../diagrams/data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f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9C6963-5CCE-ED35-7BE8-9FD20D040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" name="Group 119">
            <a:extLst>
              <a:ext uri="{FF2B5EF4-FFF2-40B4-BE49-F238E27FC236}">
                <a16:creationId xmlns:a16="http://schemas.microsoft.com/office/drawing/2014/main" id="{9BDDFBA3-23D9-4786-A45F-FEF742B18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121" name="Rectangle 120">
              <a:extLst>
                <a:ext uri="{FF2B5EF4-FFF2-40B4-BE49-F238E27FC236}">
                  <a16:creationId xmlns:a16="http://schemas.microsoft.com/office/drawing/2014/main" id="{E0EBE532-C04A-4AC8-95E7-D3F087710A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2" name="Picture 2">
              <a:extLst>
                <a:ext uri="{FF2B5EF4-FFF2-40B4-BE49-F238E27FC236}">
                  <a16:creationId xmlns:a16="http://schemas.microsoft.com/office/drawing/2014/main" id="{8E8960D2-8CD9-4255-8961-CF012431BC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="" xmlns:a16="http://schemas.microsoft.com/office/drawing/2014/main" xmlns:p14="http://schemas.microsoft.com/office/powerpoint/2010/main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FA60F23-3A8A-4057-24B5-3B450322C7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4275668"/>
            <a:ext cx="8830733" cy="936096"/>
          </a:xfrm>
        </p:spPr>
        <p:txBody>
          <a:bodyPr vert="horz" lIns="91440" tIns="45720" rIns="91440" bIns="45720" rtlCol="0">
            <a:normAutofit fontScale="90000"/>
          </a:bodyPr>
          <a:lstStyle/>
          <a:p>
            <a:r>
              <a:rPr lang="en-US" sz="2000" b="1" cap="small" normalizeH="1" dirty="0" err="1"/>
              <a:t>Hospitalia</a:t>
            </a:r>
            <a:r>
              <a:rPr lang="en-US" sz="2000" b="1" cap="small" normalizeH="1" dirty="0"/>
              <a:t> Health &amp; Wellness</a:t>
            </a:r>
            <a:br>
              <a:rPr lang="en-US" sz="2000" b="1" cap="small" normalizeH="1" dirty="0"/>
            </a:br>
            <a:r>
              <a:rPr lang="en-US" sz="2000" cap="small" normalizeH="1" dirty="0"/>
              <a:t>Patient experience analytics &amp; operational Efficiency</a:t>
            </a:r>
            <a:br>
              <a:rPr lang="en-US" sz="1600" cap="small" normalizeH="1" dirty="0"/>
            </a:br>
            <a:br>
              <a:rPr lang="en-US" sz="1600" b="1" cap="small" normalizeH="1" dirty="0"/>
            </a:br>
            <a:endParaRPr lang="en-US" sz="1600" b="1" cap="small" normalizeH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C2A994-3686-5A2D-3ABC-6269C2D7C3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1" y="5244572"/>
            <a:ext cx="8830732" cy="6905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 b="1" cap="small" spc="262" dirty="0">
                <a:solidFill>
                  <a:schemeClr val="tx1"/>
                </a:solidFill>
                <a:sym typeface="Arimo"/>
              </a:rPr>
              <a:t>Supervised by Dr Amal Mahmoud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E9675C45-73A7-4834-9423-2EE97A1857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5" name="Rectangle 5">
              <a:extLst>
                <a:ext uri="{FF2B5EF4-FFF2-40B4-BE49-F238E27FC236}">
                  <a16:creationId xmlns:a16="http://schemas.microsoft.com/office/drawing/2014/main" id="{207C9B8E-4F4B-4841-ADF8-C31607C767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6" name="Freeform 6">
              <a:extLst>
                <a:ext uri="{FF2B5EF4-FFF2-40B4-BE49-F238E27FC236}">
                  <a16:creationId xmlns:a16="http://schemas.microsoft.com/office/drawing/2014/main" id="{084107C0-AD02-471D-A83A-D129291161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7" name="Freeform 7">
              <a:extLst>
                <a:ext uri="{FF2B5EF4-FFF2-40B4-BE49-F238E27FC236}">
                  <a16:creationId xmlns:a16="http://schemas.microsoft.com/office/drawing/2014/main" id="{DA67B059-27BB-49A7-928B-645AE2D0D7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" name="Freeform 8">
              <a:extLst>
                <a:ext uri="{FF2B5EF4-FFF2-40B4-BE49-F238E27FC236}">
                  <a16:creationId xmlns:a16="http://schemas.microsoft.com/office/drawing/2014/main" id="{4D70128D-20C2-438B-A871-616B060094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9" name="Freeform 9">
              <a:extLst>
                <a:ext uri="{FF2B5EF4-FFF2-40B4-BE49-F238E27FC236}">
                  <a16:creationId xmlns:a16="http://schemas.microsoft.com/office/drawing/2014/main" id="{7C89D520-D035-41DA-BD94-190816946D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0" name="Freeform 10">
              <a:extLst>
                <a:ext uri="{FF2B5EF4-FFF2-40B4-BE49-F238E27FC236}">
                  <a16:creationId xmlns:a16="http://schemas.microsoft.com/office/drawing/2014/main" id="{DD53D072-5E34-4AB0-B662-D3FA3726DB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1" name="Freeform 11">
              <a:extLst>
                <a:ext uri="{FF2B5EF4-FFF2-40B4-BE49-F238E27FC236}">
                  <a16:creationId xmlns:a16="http://schemas.microsoft.com/office/drawing/2014/main" id="{FC115059-574C-49F1-97F0-B8DE874046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2" name="Freeform 12">
              <a:extLst>
                <a:ext uri="{FF2B5EF4-FFF2-40B4-BE49-F238E27FC236}">
                  <a16:creationId xmlns:a16="http://schemas.microsoft.com/office/drawing/2014/main" id="{F00F579F-7DFB-4624-ADFC-5B2B5CF5E6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" name="Freeform 13">
              <a:extLst>
                <a:ext uri="{FF2B5EF4-FFF2-40B4-BE49-F238E27FC236}">
                  <a16:creationId xmlns:a16="http://schemas.microsoft.com/office/drawing/2014/main" id="{7FE158CB-F85C-4816-A06F-1AE44B023A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" name="Freeform 14">
              <a:extLst>
                <a:ext uri="{FF2B5EF4-FFF2-40B4-BE49-F238E27FC236}">
                  <a16:creationId xmlns:a16="http://schemas.microsoft.com/office/drawing/2014/main" id="{ED325173-4A70-4642-9098-524842C84C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" name="Freeform 15">
              <a:extLst>
                <a:ext uri="{FF2B5EF4-FFF2-40B4-BE49-F238E27FC236}">
                  <a16:creationId xmlns:a16="http://schemas.microsoft.com/office/drawing/2014/main" id="{C9CED7C6-F32F-4C1F-A13C-F72A7695DD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" name="Line 16">
              <a:extLst>
                <a:ext uri="{FF2B5EF4-FFF2-40B4-BE49-F238E27FC236}">
                  <a16:creationId xmlns:a16="http://schemas.microsoft.com/office/drawing/2014/main" id="{03639F49-0921-4D6B-87A4-43C367AB1C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7" name="Freeform 17">
              <a:extLst>
                <a:ext uri="{FF2B5EF4-FFF2-40B4-BE49-F238E27FC236}">
                  <a16:creationId xmlns:a16="http://schemas.microsoft.com/office/drawing/2014/main" id="{C3CDC29B-0CCD-47C4-A157-9C25C686E3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" name="Freeform 18">
              <a:extLst>
                <a:ext uri="{FF2B5EF4-FFF2-40B4-BE49-F238E27FC236}">
                  <a16:creationId xmlns:a16="http://schemas.microsoft.com/office/drawing/2014/main" id="{7BE181EF-6653-44C9-94F3-BC64FE8F33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" name="Freeform 19">
              <a:extLst>
                <a:ext uri="{FF2B5EF4-FFF2-40B4-BE49-F238E27FC236}">
                  <a16:creationId xmlns:a16="http://schemas.microsoft.com/office/drawing/2014/main" id="{7603555B-5379-4D37-BB54-8E2C35BCE1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0" name="Freeform 20">
              <a:extLst>
                <a:ext uri="{FF2B5EF4-FFF2-40B4-BE49-F238E27FC236}">
                  <a16:creationId xmlns:a16="http://schemas.microsoft.com/office/drawing/2014/main" id="{5B88FFEA-466C-4DB6-B1F6-5980F10319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1" name="Rectangle 21">
              <a:extLst>
                <a:ext uri="{FF2B5EF4-FFF2-40B4-BE49-F238E27FC236}">
                  <a16:creationId xmlns:a16="http://schemas.microsoft.com/office/drawing/2014/main" id="{C02A931B-1FD3-4CCD-8D81-B6452BEA8D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2" name="Freeform 22">
              <a:extLst>
                <a:ext uri="{FF2B5EF4-FFF2-40B4-BE49-F238E27FC236}">
                  <a16:creationId xmlns:a16="http://schemas.microsoft.com/office/drawing/2014/main" id="{049D793A-2AA3-4AC9-BC5A-D381A5B0CB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" name="Freeform 23">
              <a:extLst>
                <a:ext uri="{FF2B5EF4-FFF2-40B4-BE49-F238E27FC236}">
                  <a16:creationId xmlns:a16="http://schemas.microsoft.com/office/drawing/2014/main" id="{459D268E-9780-4EA5-8E44-B710759706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" name="Freeform 24">
              <a:extLst>
                <a:ext uri="{FF2B5EF4-FFF2-40B4-BE49-F238E27FC236}">
                  <a16:creationId xmlns:a16="http://schemas.microsoft.com/office/drawing/2014/main" id="{45BAA3E4-0524-498E-A16E-15774E3418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" name="Freeform 25">
              <a:extLst>
                <a:ext uri="{FF2B5EF4-FFF2-40B4-BE49-F238E27FC236}">
                  <a16:creationId xmlns:a16="http://schemas.microsoft.com/office/drawing/2014/main" id="{9C006FC5-1FC3-4E9F-B5E3-C9A1501DAC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6" name="Freeform 26">
              <a:extLst>
                <a:ext uri="{FF2B5EF4-FFF2-40B4-BE49-F238E27FC236}">
                  <a16:creationId xmlns:a16="http://schemas.microsoft.com/office/drawing/2014/main" id="{72528D10-570D-4859-8CB0-5C0B224670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7" name="Freeform 27">
              <a:extLst>
                <a:ext uri="{FF2B5EF4-FFF2-40B4-BE49-F238E27FC236}">
                  <a16:creationId xmlns:a16="http://schemas.microsoft.com/office/drawing/2014/main" id="{BD6A4290-BD69-43C3-9AC0-A11327E585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8" name="Freeform 28">
              <a:extLst>
                <a:ext uri="{FF2B5EF4-FFF2-40B4-BE49-F238E27FC236}">
                  <a16:creationId xmlns:a16="http://schemas.microsoft.com/office/drawing/2014/main" id="{6C61166D-7091-4951-87CD-7C026282FD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9" name="Freeform 29">
              <a:extLst>
                <a:ext uri="{FF2B5EF4-FFF2-40B4-BE49-F238E27FC236}">
                  <a16:creationId xmlns:a16="http://schemas.microsoft.com/office/drawing/2014/main" id="{C536AE6E-86BB-458C-8AC0-85528874A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0" name="Freeform 30">
              <a:extLst>
                <a:ext uri="{FF2B5EF4-FFF2-40B4-BE49-F238E27FC236}">
                  <a16:creationId xmlns:a16="http://schemas.microsoft.com/office/drawing/2014/main" id="{71758BB9-E800-43CF-BBEF-5790E536EC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1" name="Freeform 31">
              <a:extLst>
                <a:ext uri="{FF2B5EF4-FFF2-40B4-BE49-F238E27FC236}">
                  <a16:creationId xmlns:a16="http://schemas.microsoft.com/office/drawing/2014/main" id="{68702DDE-7D53-4CB8-8892-B967D41D69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7" name="Graphic 6">
            <a:extLst>
              <a:ext uri="{FF2B5EF4-FFF2-40B4-BE49-F238E27FC236}">
                <a16:creationId xmlns:a16="http://schemas.microsoft.com/office/drawing/2014/main" id="{3B0E2ABC-FA38-5BF5-A0E4-35C0C99867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876" r="-4" b="2433"/>
          <a:stretch>
            <a:fillRect/>
          </a:stretch>
        </p:blipFill>
        <p:spPr>
          <a:xfrm>
            <a:off x="1141411" y="606426"/>
            <a:ext cx="4874998" cy="3299778"/>
          </a:xfrm>
          <a:custGeom>
            <a:avLst/>
            <a:gdLst/>
            <a:ahLst/>
            <a:cxnLst/>
            <a:rect l="l" t="t" r="r" b="b"/>
            <a:pathLst>
              <a:path w="4874998" h="3299778">
                <a:moveTo>
                  <a:pt x="160369" y="0"/>
                </a:moveTo>
                <a:lnTo>
                  <a:pt x="4874998" y="0"/>
                </a:lnTo>
                <a:lnTo>
                  <a:pt x="4874998" y="3299778"/>
                </a:lnTo>
                <a:lnTo>
                  <a:pt x="0" y="3299778"/>
                </a:lnTo>
                <a:lnTo>
                  <a:pt x="0" y="160369"/>
                </a:lnTo>
                <a:cubicBezTo>
                  <a:pt x="0" y="71800"/>
                  <a:pt x="71800" y="0"/>
                  <a:pt x="160369" y="0"/>
                </a:cubicBezTo>
                <a:close/>
              </a:path>
            </a:pathLst>
          </a:cu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</a:sp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8B6EAF0-80DC-ACBE-6FB5-E05924CFCFE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63" r="-1" b="16530"/>
          <a:stretch>
            <a:fillRect/>
          </a:stretch>
        </p:blipFill>
        <p:spPr>
          <a:xfrm>
            <a:off x="6180137" y="606426"/>
            <a:ext cx="4873629" cy="3299778"/>
          </a:xfrm>
          <a:custGeom>
            <a:avLst/>
            <a:gdLst/>
            <a:ahLst/>
            <a:cxnLst/>
            <a:rect l="l" t="t" r="r" b="b"/>
            <a:pathLst>
              <a:path w="4873629" h="3299778">
                <a:moveTo>
                  <a:pt x="0" y="0"/>
                </a:moveTo>
                <a:lnTo>
                  <a:pt x="4873629" y="0"/>
                </a:lnTo>
                <a:lnTo>
                  <a:pt x="4873629" y="3139409"/>
                </a:lnTo>
                <a:cubicBezTo>
                  <a:pt x="4873629" y="3227978"/>
                  <a:pt x="4801829" y="3299778"/>
                  <a:pt x="4713260" y="3299778"/>
                </a:cubicBezTo>
                <a:lnTo>
                  <a:pt x="0" y="3299778"/>
                </a:lnTo>
                <a:close/>
              </a:path>
            </a:pathLst>
          </a:cu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grpSp>
        <p:nvGrpSpPr>
          <p:cNvPr id="153" name="Group 152">
            <a:extLst>
              <a:ext uri="{FF2B5EF4-FFF2-40B4-BE49-F238E27FC236}">
                <a16:creationId xmlns:a16="http://schemas.microsoft.com/office/drawing/2014/main" id="{8F00361E-57C8-492B-B4F0-1439E15D9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64912" y="0"/>
            <a:ext cx="674688" cy="6848476"/>
            <a:chOff x="11364912" y="0"/>
            <a:chExt cx="674688" cy="6848476"/>
          </a:xfrm>
          <a:gradFill flip="none" rotWithShape="1">
            <a:gsLst>
              <a:gs pos="0">
                <a:schemeClr val="tx2">
                  <a:alpha val="80000"/>
                </a:schemeClr>
              </a:gs>
              <a:gs pos="100000">
                <a:schemeClr val="bg2">
                  <a:lumMod val="60000"/>
                  <a:lumOff val="40000"/>
                  <a:alpha val="60000"/>
                </a:schemeClr>
              </a:gs>
            </a:gsLst>
            <a:lin ang="5400000" scaled="0"/>
            <a:tileRect/>
          </a:gradFill>
        </p:grpSpPr>
        <p:sp>
          <p:nvSpPr>
            <p:cNvPr id="154" name="Freeform 32">
              <a:extLst>
                <a:ext uri="{FF2B5EF4-FFF2-40B4-BE49-F238E27FC236}">
                  <a16:creationId xmlns:a16="http://schemas.microsoft.com/office/drawing/2014/main" id="{918FAC72-C1C2-4BCA-A9B7-91FEC1D40D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" name="Freeform 33">
              <a:extLst>
                <a:ext uri="{FF2B5EF4-FFF2-40B4-BE49-F238E27FC236}">
                  <a16:creationId xmlns:a16="http://schemas.microsoft.com/office/drawing/2014/main" id="{AF6834BB-BEBD-43E1-A091-D397D79E36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6" name="Freeform 34">
              <a:extLst>
                <a:ext uri="{FF2B5EF4-FFF2-40B4-BE49-F238E27FC236}">
                  <a16:creationId xmlns:a16="http://schemas.microsoft.com/office/drawing/2014/main" id="{5A74981B-5244-4C94-BE11-E3C229E967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7" name="Freeform 35">
              <a:extLst>
                <a:ext uri="{FF2B5EF4-FFF2-40B4-BE49-F238E27FC236}">
                  <a16:creationId xmlns:a16="http://schemas.microsoft.com/office/drawing/2014/main" id="{A4FF71BD-1909-4329-9C4A-4F3C1C29D1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8" name="Freeform 36">
              <a:extLst>
                <a:ext uri="{FF2B5EF4-FFF2-40B4-BE49-F238E27FC236}">
                  <a16:creationId xmlns:a16="http://schemas.microsoft.com/office/drawing/2014/main" id="{27C4F474-C974-48D0-9650-D582107670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9" name="Freeform 37">
              <a:extLst>
                <a:ext uri="{FF2B5EF4-FFF2-40B4-BE49-F238E27FC236}">
                  <a16:creationId xmlns:a16="http://schemas.microsoft.com/office/drawing/2014/main" id="{DD927905-4A6B-4B9B-9C58-613024E822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0" name="Freeform 38">
              <a:extLst>
                <a:ext uri="{FF2B5EF4-FFF2-40B4-BE49-F238E27FC236}">
                  <a16:creationId xmlns:a16="http://schemas.microsoft.com/office/drawing/2014/main" id="{A92124AC-A10B-4279-A47D-702D60E671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" name="Freeform 39">
              <a:extLst>
                <a:ext uri="{FF2B5EF4-FFF2-40B4-BE49-F238E27FC236}">
                  <a16:creationId xmlns:a16="http://schemas.microsoft.com/office/drawing/2014/main" id="{F2967113-59A4-4563-8C14-5126736D02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" name="Freeform 40">
              <a:extLst>
                <a:ext uri="{FF2B5EF4-FFF2-40B4-BE49-F238E27FC236}">
                  <a16:creationId xmlns:a16="http://schemas.microsoft.com/office/drawing/2014/main" id="{7899F191-DDFF-4C04-AC96-F7E78AFF5E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" name="Rectangle 41">
              <a:extLst>
                <a:ext uri="{FF2B5EF4-FFF2-40B4-BE49-F238E27FC236}">
                  <a16:creationId xmlns:a16="http://schemas.microsoft.com/office/drawing/2014/main" id="{12D113B0-FE62-49B3-9068-DED4ADEB57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95185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7FF01-FF22-D8D8-66BF-B56E085CD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>
            <a:normAutofit/>
          </a:bodyPr>
          <a:lstStyle/>
          <a:p>
            <a:pPr algn="ctr"/>
            <a:r>
              <a:rPr lang="en-US" b="1" normalizeH="1" dirty="0">
                <a:solidFill>
                  <a:schemeClr val="bg2"/>
                </a:solidFill>
                <a:cs typeface="Aharoni" panose="02010803020104030203" pitchFamily="2" charset="-79"/>
              </a:rPr>
              <a:t>Presented By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9986D54-B830-D9B5-1F6D-08B21D7991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04" r="3" b="28423"/>
          <a:stretch>
            <a:fillRect/>
          </a:stretch>
        </p:blipFill>
        <p:spPr>
          <a:xfrm>
            <a:off x="6392336" y="1908811"/>
            <a:ext cx="4655075" cy="3440429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graphicFrame>
        <p:nvGraphicFramePr>
          <p:cNvPr id="11" name="Content Placeholder 2">
            <a:extLst>
              <a:ext uri="{FF2B5EF4-FFF2-40B4-BE49-F238E27FC236}">
                <a16:creationId xmlns:a16="http://schemas.microsoft.com/office/drawing/2014/main" id="{94D7FECE-CF15-DE49-3C39-7A7C09C7E7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52894047"/>
              </p:ext>
            </p:extLst>
          </p:nvPr>
        </p:nvGraphicFramePr>
        <p:xfrm>
          <a:off x="1141412" y="1908811"/>
          <a:ext cx="4844521" cy="36690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6724205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5" name="Group 144">
            <a:extLst>
              <a:ext uri="{FF2B5EF4-FFF2-40B4-BE49-F238E27FC236}">
                <a16:creationId xmlns:a16="http://schemas.microsoft.com/office/drawing/2014/main" id="{8E1DDAD8-1D10-4640-A034-BE90015E37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146" name="Rectangle 145">
              <a:extLst>
                <a:ext uri="{FF2B5EF4-FFF2-40B4-BE49-F238E27FC236}">
                  <a16:creationId xmlns:a16="http://schemas.microsoft.com/office/drawing/2014/main" id="{52FE7688-721D-4A97-B007-BDE056094D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8" name="Picture 2">
              <a:extLst>
                <a:ext uri="{FF2B5EF4-FFF2-40B4-BE49-F238E27FC236}">
                  <a16:creationId xmlns:a16="http://schemas.microsoft.com/office/drawing/2014/main" id="{9E73A810-8571-4A9D-A3CB-336933AB4C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:p14="http://schemas.microsoft.com/office/powerpoint/2010/main" xmlns:a14="http://schemas.microsoft.com/office/drawing/2010/main" xmlns:a16="http://schemas.microsoft.com/office/drawing/2014/main" xmlns="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7A9C31A-D007-538B-D8BB-AACB12F74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3701" y="148590"/>
            <a:ext cx="4303710" cy="1415098"/>
          </a:xfrm>
        </p:spPr>
        <p:txBody>
          <a:bodyPr>
            <a:normAutofit/>
          </a:bodyPr>
          <a:lstStyle/>
          <a:p>
            <a:pPr algn="ctr"/>
            <a:r>
              <a:rPr lang="en-US" sz="3200" normalizeH="1" dirty="0">
                <a:solidFill>
                  <a:schemeClr val="bg2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AGENDA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2454EBF-9536-9546-A26B-48879D7574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9267"/>
          <a:stretch>
            <a:fillRect/>
          </a:stretch>
        </p:blipFill>
        <p:spPr>
          <a:xfrm>
            <a:off x="-5597" y="10"/>
            <a:ext cx="5751961" cy="6857990"/>
          </a:xfrm>
          <a:prstGeom prst="rect">
            <a:avLst/>
          </a:prstGeom>
        </p:spPr>
      </p:pic>
      <p:grpSp>
        <p:nvGrpSpPr>
          <p:cNvPr id="147" name="Group 146">
            <a:extLst>
              <a:ext uri="{FF2B5EF4-FFF2-40B4-BE49-F238E27FC236}">
                <a16:creationId xmlns:a16="http://schemas.microsoft.com/office/drawing/2014/main" id="{FD642FB6-2808-4BC5-AE0B-7302C24B7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solidFill>
            <a:schemeClr val="tx1">
              <a:alpha val="70000"/>
            </a:schemeClr>
          </a:solidFill>
          <a:effectLst/>
        </p:grpSpPr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0B0B8F04-D9A7-48E5-A29C-51A66B59D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9" name="Freeform 6">
              <a:extLst>
                <a:ext uri="{FF2B5EF4-FFF2-40B4-BE49-F238E27FC236}">
                  <a16:creationId xmlns:a16="http://schemas.microsoft.com/office/drawing/2014/main" id="{D6D18883-6BFF-42BB-8088-FCCF83F9CF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0" name="Freeform 7">
              <a:extLst>
                <a:ext uri="{FF2B5EF4-FFF2-40B4-BE49-F238E27FC236}">
                  <a16:creationId xmlns:a16="http://schemas.microsoft.com/office/drawing/2014/main" id="{1D0FEFB3-A009-4D0F-9107-C0B17786FB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78E86C7F-B981-4448-8A1A-856F7124FF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2" name="Freeform 9">
              <a:extLst>
                <a:ext uri="{FF2B5EF4-FFF2-40B4-BE49-F238E27FC236}">
                  <a16:creationId xmlns:a16="http://schemas.microsoft.com/office/drawing/2014/main" id="{4C6CFFD9-BA00-4184-8310-5FC955095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" name="Freeform 10">
              <a:extLst>
                <a:ext uri="{FF2B5EF4-FFF2-40B4-BE49-F238E27FC236}">
                  <a16:creationId xmlns:a16="http://schemas.microsoft.com/office/drawing/2014/main" id="{A1892DF3-4848-496C-8664-DFD32EE250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" name="Freeform 11">
              <a:extLst>
                <a:ext uri="{FF2B5EF4-FFF2-40B4-BE49-F238E27FC236}">
                  <a16:creationId xmlns:a16="http://schemas.microsoft.com/office/drawing/2014/main" id="{D6DB8C30-651E-4D8F-A70C-163FC58427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" name="Freeform 12">
              <a:extLst>
                <a:ext uri="{FF2B5EF4-FFF2-40B4-BE49-F238E27FC236}">
                  <a16:creationId xmlns:a16="http://schemas.microsoft.com/office/drawing/2014/main" id="{563DFB81-F969-4F44-BA6C-634795642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6" name="Freeform 13">
              <a:extLst>
                <a:ext uri="{FF2B5EF4-FFF2-40B4-BE49-F238E27FC236}">
                  <a16:creationId xmlns:a16="http://schemas.microsoft.com/office/drawing/2014/main" id="{8E5DE346-AFCA-40DA-B5E2-93A86EA54C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7" name="Freeform 14">
              <a:extLst>
                <a:ext uri="{FF2B5EF4-FFF2-40B4-BE49-F238E27FC236}">
                  <a16:creationId xmlns:a16="http://schemas.microsoft.com/office/drawing/2014/main" id="{77A34306-2AE8-43D0-9686-E97B3B53F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8" name="Freeform 15">
              <a:extLst>
                <a:ext uri="{FF2B5EF4-FFF2-40B4-BE49-F238E27FC236}">
                  <a16:creationId xmlns:a16="http://schemas.microsoft.com/office/drawing/2014/main" id="{B9CC10F0-FFCD-4CB9-AF4C-22722D20B7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9" name="Freeform 16">
              <a:extLst>
                <a:ext uri="{FF2B5EF4-FFF2-40B4-BE49-F238E27FC236}">
                  <a16:creationId xmlns:a16="http://schemas.microsoft.com/office/drawing/2014/main" id="{2A6B0E38-C962-4491-BFDA-75378B4D67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0" name="Freeform 17">
              <a:extLst>
                <a:ext uri="{FF2B5EF4-FFF2-40B4-BE49-F238E27FC236}">
                  <a16:creationId xmlns:a16="http://schemas.microsoft.com/office/drawing/2014/main" id="{655F640B-8407-487C-8696-F47451478E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" name="Freeform 18">
              <a:extLst>
                <a:ext uri="{FF2B5EF4-FFF2-40B4-BE49-F238E27FC236}">
                  <a16:creationId xmlns:a16="http://schemas.microsoft.com/office/drawing/2014/main" id="{FAB4F099-4FF6-4410-A5B9-2A5355719C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" name="Freeform 19">
              <a:extLst>
                <a:ext uri="{FF2B5EF4-FFF2-40B4-BE49-F238E27FC236}">
                  <a16:creationId xmlns:a16="http://schemas.microsoft.com/office/drawing/2014/main" id="{6FE80B6E-3DA9-4304-9925-12E578C4E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" name="Freeform 20">
              <a:extLst>
                <a:ext uri="{FF2B5EF4-FFF2-40B4-BE49-F238E27FC236}">
                  <a16:creationId xmlns:a16="http://schemas.microsoft.com/office/drawing/2014/main" id="{67D1CB75-0CBA-4E13-924C-21F221D7BF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" name="Freeform 21">
              <a:extLst>
                <a:ext uri="{FF2B5EF4-FFF2-40B4-BE49-F238E27FC236}">
                  <a16:creationId xmlns:a16="http://schemas.microsoft.com/office/drawing/2014/main" id="{F2CC783B-FA45-4777-A76A-982B285C7C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" name="Freeform 22">
              <a:extLst>
                <a:ext uri="{FF2B5EF4-FFF2-40B4-BE49-F238E27FC236}">
                  <a16:creationId xmlns:a16="http://schemas.microsoft.com/office/drawing/2014/main" id="{D68F4DD3-D736-4B78-972E-F5128CFBE7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" name="Freeform 23">
              <a:extLst>
                <a:ext uri="{FF2B5EF4-FFF2-40B4-BE49-F238E27FC236}">
                  <a16:creationId xmlns:a16="http://schemas.microsoft.com/office/drawing/2014/main" id="{B14AF103-15B3-4796-A71A-297D37E176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" name="Freeform 24">
              <a:extLst>
                <a:ext uri="{FF2B5EF4-FFF2-40B4-BE49-F238E27FC236}">
                  <a16:creationId xmlns:a16="http://schemas.microsoft.com/office/drawing/2014/main" id="{B0B240FB-0453-4B6F-9F9B-C2C3305AC5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8" name="Freeform 25">
              <a:extLst>
                <a:ext uri="{FF2B5EF4-FFF2-40B4-BE49-F238E27FC236}">
                  <a16:creationId xmlns:a16="http://schemas.microsoft.com/office/drawing/2014/main" id="{EBBBDCEE-433E-40F3-B49D-375CB162A8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9" name="Freeform 26">
              <a:extLst>
                <a:ext uri="{FF2B5EF4-FFF2-40B4-BE49-F238E27FC236}">
                  <a16:creationId xmlns:a16="http://schemas.microsoft.com/office/drawing/2014/main" id="{09B123C6-141E-4A37-B5A7-27E7764FA1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0" name="Freeform 27">
              <a:extLst>
                <a:ext uri="{FF2B5EF4-FFF2-40B4-BE49-F238E27FC236}">
                  <a16:creationId xmlns:a16="http://schemas.microsoft.com/office/drawing/2014/main" id="{1FA1F521-36A1-49FF-84A7-229E8970F7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1" name="Freeform 28">
              <a:extLst>
                <a:ext uri="{FF2B5EF4-FFF2-40B4-BE49-F238E27FC236}">
                  <a16:creationId xmlns:a16="http://schemas.microsoft.com/office/drawing/2014/main" id="{DE512F89-D901-4487-A42C-02345EC5FC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2" name="Freeform 29">
              <a:extLst>
                <a:ext uri="{FF2B5EF4-FFF2-40B4-BE49-F238E27FC236}">
                  <a16:creationId xmlns:a16="http://schemas.microsoft.com/office/drawing/2014/main" id="{ED3ED0E5-3226-4B78-B3EA-C591824B89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3" name="Freeform 30">
              <a:extLst>
                <a:ext uri="{FF2B5EF4-FFF2-40B4-BE49-F238E27FC236}">
                  <a16:creationId xmlns:a16="http://schemas.microsoft.com/office/drawing/2014/main" id="{9CBB1F68-B6DE-4ECF-B20F-328F9811E2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" name="Freeform 31">
              <a:extLst>
                <a:ext uri="{FF2B5EF4-FFF2-40B4-BE49-F238E27FC236}">
                  <a16:creationId xmlns:a16="http://schemas.microsoft.com/office/drawing/2014/main" id="{A566C551-9523-4D97-A8CF-5C91F436C5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" name="Freeform 32">
              <a:extLst>
                <a:ext uri="{FF2B5EF4-FFF2-40B4-BE49-F238E27FC236}">
                  <a16:creationId xmlns:a16="http://schemas.microsoft.com/office/drawing/2014/main" id="{9E166BA0-9268-4419-9332-2D30C21239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" name="Rectangle 175">
              <a:extLst>
                <a:ext uri="{FF2B5EF4-FFF2-40B4-BE49-F238E27FC236}">
                  <a16:creationId xmlns:a16="http://schemas.microsoft.com/office/drawing/2014/main" id="{B700C031-AA54-4DC7-B8A2-2569B3FA65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" name="Freeform 34">
              <a:extLst>
                <a:ext uri="{FF2B5EF4-FFF2-40B4-BE49-F238E27FC236}">
                  <a16:creationId xmlns:a16="http://schemas.microsoft.com/office/drawing/2014/main" id="{03045EC8-ECC8-473F-8786-DE266F05B1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8" name="Freeform 35">
              <a:extLst>
                <a:ext uri="{FF2B5EF4-FFF2-40B4-BE49-F238E27FC236}">
                  <a16:creationId xmlns:a16="http://schemas.microsoft.com/office/drawing/2014/main" id="{9337EBA2-5088-4A44-8C0B-A6EE78989C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9" name="Freeform 36">
              <a:extLst>
                <a:ext uri="{FF2B5EF4-FFF2-40B4-BE49-F238E27FC236}">
                  <a16:creationId xmlns:a16="http://schemas.microsoft.com/office/drawing/2014/main" id="{3486A705-2593-45C9-A13E-8E2FB7C354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0" name="Freeform 37">
              <a:extLst>
                <a:ext uri="{FF2B5EF4-FFF2-40B4-BE49-F238E27FC236}">
                  <a16:creationId xmlns:a16="http://schemas.microsoft.com/office/drawing/2014/main" id="{F357321C-6DEE-4D02-A997-75E47EE0E0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1" name="Freeform 38">
              <a:extLst>
                <a:ext uri="{FF2B5EF4-FFF2-40B4-BE49-F238E27FC236}">
                  <a16:creationId xmlns:a16="http://schemas.microsoft.com/office/drawing/2014/main" id="{D0B8F87F-3530-4BCD-A8E5-C1B83707B5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2" name="Freeform 39">
              <a:extLst>
                <a:ext uri="{FF2B5EF4-FFF2-40B4-BE49-F238E27FC236}">
                  <a16:creationId xmlns:a16="http://schemas.microsoft.com/office/drawing/2014/main" id="{5BE86BA3-AB0E-4F70-A552-0D9EB9E98E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3" name="Freeform 40">
              <a:extLst>
                <a:ext uri="{FF2B5EF4-FFF2-40B4-BE49-F238E27FC236}">
                  <a16:creationId xmlns:a16="http://schemas.microsoft.com/office/drawing/2014/main" id="{DF5FE773-B9AE-4A3F-8EDC-165CE579BD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" name="Freeform 41">
              <a:extLst>
                <a:ext uri="{FF2B5EF4-FFF2-40B4-BE49-F238E27FC236}">
                  <a16:creationId xmlns:a16="http://schemas.microsoft.com/office/drawing/2014/main" id="{4A03D7BE-B358-4F8B-85EA-65E0CBF2D1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" name="Freeform 42">
              <a:extLst>
                <a:ext uri="{FF2B5EF4-FFF2-40B4-BE49-F238E27FC236}">
                  <a16:creationId xmlns:a16="http://schemas.microsoft.com/office/drawing/2014/main" id="{A6548877-0957-435B-A419-389A278E57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" name="Freeform 43">
              <a:extLst>
                <a:ext uri="{FF2B5EF4-FFF2-40B4-BE49-F238E27FC236}">
                  <a16:creationId xmlns:a16="http://schemas.microsoft.com/office/drawing/2014/main" id="{B2D5EA95-9E60-468A-8DA1-40F05C9BDA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7" name="Freeform 44">
              <a:extLst>
                <a:ext uri="{FF2B5EF4-FFF2-40B4-BE49-F238E27FC236}">
                  <a16:creationId xmlns:a16="http://schemas.microsoft.com/office/drawing/2014/main" id="{C9B409CE-11E5-40D1-8C9B-86614EAE2A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9E594AF5-DB50-4227-AC2F-10EE5233C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9" name="Freeform 46">
              <a:extLst>
                <a:ext uri="{FF2B5EF4-FFF2-40B4-BE49-F238E27FC236}">
                  <a16:creationId xmlns:a16="http://schemas.microsoft.com/office/drawing/2014/main" id="{9335DCAF-74A2-4994-B5BF-1C079A40A5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0" name="Freeform 47">
              <a:extLst>
                <a:ext uri="{FF2B5EF4-FFF2-40B4-BE49-F238E27FC236}">
                  <a16:creationId xmlns:a16="http://schemas.microsoft.com/office/drawing/2014/main" id="{1DC8E1A2-0C6B-4BA9-85F4-3645AED5DE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1" name="Freeform 48">
              <a:extLst>
                <a:ext uri="{FF2B5EF4-FFF2-40B4-BE49-F238E27FC236}">
                  <a16:creationId xmlns:a16="http://schemas.microsoft.com/office/drawing/2014/main" id="{28F38DE0-3BEE-441A-8212-E77DA2328A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2" name="Freeform 49">
              <a:extLst>
                <a:ext uri="{FF2B5EF4-FFF2-40B4-BE49-F238E27FC236}">
                  <a16:creationId xmlns:a16="http://schemas.microsoft.com/office/drawing/2014/main" id="{AE81208E-D239-496C-A312-506B0241B3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3" name="Freeform 50">
              <a:extLst>
                <a:ext uri="{FF2B5EF4-FFF2-40B4-BE49-F238E27FC236}">
                  <a16:creationId xmlns:a16="http://schemas.microsoft.com/office/drawing/2014/main" id="{242FE966-DDA4-4668-B8D6-C4B0D4C78E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" name="Freeform 51">
              <a:extLst>
                <a:ext uri="{FF2B5EF4-FFF2-40B4-BE49-F238E27FC236}">
                  <a16:creationId xmlns:a16="http://schemas.microsoft.com/office/drawing/2014/main" id="{FB0A5F60-550F-4025-9DCE-6F42A7C064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" name="Freeform 52">
              <a:extLst>
                <a:ext uri="{FF2B5EF4-FFF2-40B4-BE49-F238E27FC236}">
                  <a16:creationId xmlns:a16="http://schemas.microsoft.com/office/drawing/2014/main" id="{D7B61D18-4A61-44C9-A809-40639E8C1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" name="Freeform 53">
              <a:extLst>
                <a:ext uri="{FF2B5EF4-FFF2-40B4-BE49-F238E27FC236}">
                  <a16:creationId xmlns:a16="http://schemas.microsoft.com/office/drawing/2014/main" id="{CB26E7EB-DC12-4BA7-B5DE-09EF2C1D0A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" name="Freeform 54">
              <a:extLst>
                <a:ext uri="{FF2B5EF4-FFF2-40B4-BE49-F238E27FC236}">
                  <a16:creationId xmlns:a16="http://schemas.microsoft.com/office/drawing/2014/main" id="{921237B4-9D85-4611-851F-5DBD71544A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8" name="Freeform 55">
              <a:extLst>
                <a:ext uri="{FF2B5EF4-FFF2-40B4-BE49-F238E27FC236}">
                  <a16:creationId xmlns:a16="http://schemas.microsoft.com/office/drawing/2014/main" id="{C91509DE-9FAA-4E84-BCC1-CDDBEA8AC0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9" name="Freeform 56">
              <a:extLst>
                <a:ext uri="{FF2B5EF4-FFF2-40B4-BE49-F238E27FC236}">
                  <a16:creationId xmlns:a16="http://schemas.microsoft.com/office/drawing/2014/main" id="{C7029B06-6A09-4E46-BA86-F3C66DBDD4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0" name="Freeform 57">
              <a:extLst>
                <a:ext uri="{FF2B5EF4-FFF2-40B4-BE49-F238E27FC236}">
                  <a16:creationId xmlns:a16="http://schemas.microsoft.com/office/drawing/2014/main" id="{FF4ACFBF-D1F2-47B1-B0EB-F08C6508BD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1" name="Freeform 58">
              <a:extLst>
                <a:ext uri="{FF2B5EF4-FFF2-40B4-BE49-F238E27FC236}">
                  <a16:creationId xmlns:a16="http://schemas.microsoft.com/office/drawing/2014/main" id="{A6FD1991-3A0E-4F63-BAD9-A98C298604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11" name="Content Placeholder 2">
            <a:extLst>
              <a:ext uri="{FF2B5EF4-FFF2-40B4-BE49-F238E27FC236}">
                <a16:creationId xmlns:a16="http://schemas.microsoft.com/office/drawing/2014/main" id="{D46AE4F6-A1B8-4C90-E5AB-79C2996875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40903538"/>
              </p:ext>
            </p:extLst>
          </p:nvPr>
        </p:nvGraphicFramePr>
        <p:xfrm>
          <a:off x="5789227" y="1849438"/>
          <a:ext cx="6345623" cy="43900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2906642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66A40-AB93-62E3-55E1-D8FE931B2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>
            <a:normAutofit/>
          </a:bodyPr>
          <a:lstStyle/>
          <a:p>
            <a:pPr algn="ctr"/>
            <a:r>
              <a:rPr lang="en-US" b="1">
                <a:solidFill>
                  <a:schemeClr val="bg2"/>
                </a:solidFill>
              </a:rPr>
              <a:t>PROJECT FOUNDATION (THE 4 WS)</a:t>
            </a:r>
            <a:br>
              <a:rPr lang="en-US" b="1">
                <a:solidFill>
                  <a:schemeClr val="bg2"/>
                </a:solidFill>
              </a:rPr>
            </a:br>
            <a:r>
              <a:rPr lang="en-US" b="1">
                <a:solidFill>
                  <a:schemeClr val="bg2"/>
                </a:solidFill>
              </a:rPr>
              <a:t>What, When, Where and why.</a:t>
            </a:r>
            <a:endParaRPr lang="en-US" dirty="0">
              <a:solidFill>
                <a:schemeClr val="bg2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FB2E82-E3B3-7363-6AF0-8DD66641F4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" b="1913"/>
          <a:stretch>
            <a:fillRect/>
          </a:stretch>
        </p:blipFill>
        <p:spPr>
          <a:xfrm>
            <a:off x="6392335" y="2497720"/>
            <a:ext cx="4655075" cy="3047892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graphicFrame>
        <p:nvGraphicFramePr>
          <p:cNvPr id="84" name="Content Placeholder 7">
            <a:extLst>
              <a:ext uri="{FF2B5EF4-FFF2-40B4-BE49-F238E27FC236}">
                <a16:creationId xmlns:a16="http://schemas.microsoft.com/office/drawing/2014/main" id="{1F20F0EB-130A-014C-EA44-2C0180CB78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19660830"/>
              </p:ext>
            </p:extLst>
          </p:nvPr>
        </p:nvGraphicFramePr>
        <p:xfrm>
          <a:off x="1141412" y="2249487"/>
          <a:ext cx="4844521" cy="35417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8396155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Group 121">
            <a:extLst>
              <a:ext uri="{FF2B5EF4-FFF2-40B4-BE49-F238E27FC236}">
                <a16:creationId xmlns:a16="http://schemas.microsoft.com/office/drawing/2014/main" id="{9AE4726C-1831-4FE3-9A11-227F0DC2F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14" name="Rectangle 13">
              <a:extLst>
                <a:ext uri="{FF2B5EF4-FFF2-40B4-BE49-F238E27FC236}">
                  <a16:creationId xmlns:a16="http://schemas.microsoft.com/office/drawing/2014/main" id="{B651D7F7-8C54-448E-A268-1CBFAD87D4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5" name="Picture 2">
              <a:extLst>
                <a:ext uri="{FF2B5EF4-FFF2-40B4-BE49-F238E27FC236}">
                  <a16:creationId xmlns:a16="http://schemas.microsoft.com/office/drawing/2014/main" id="{E3B56E94-40E1-489A-98B2-A3238D66A0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="" xmlns:a16="http://schemas.microsoft.com/office/drawing/2014/main" xmlns:a14="http://schemas.microsoft.com/office/drawing/2010/main" xmlns:p14="http://schemas.microsoft.com/office/powerpoint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D29FF5A-0824-B493-AC76-E62C91164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6697" y="618518"/>
            <a:ext cx="6050713" cy="1478570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bg2"/>
                </a:solidFill>
              </a:rPr>
              <a:t>PROJECT FOUNDATION (THE 4 WS)</a:t>
            </a:r>
            <a:br>
              <a:rPr lang="en-US" sz="2800" b="1" dirty="0">
                <a:solidFill>
                  <a:schemeClr val="bg2"/>
                </a:solidFill>
              </a:rPr>
            </a:br>
            <a:r>
              <a:rPr lang="en-US" sz="2800" b="1" dirty="0">
                <a:solidFill>
                  <a:schemeClr val="bg2"/>
                </a:solidFill>
              </a:rPr>
              <a:t>What, When, Where and why.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67ADE0-8227-11B3-6725-0E93E5EC6D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82" r="21024"/>
          <a:stretch>
            <a:fillRect/>
          </a:stretch>
        </p:blipFill>
        <p:spPr>
          <a:xfrm>
            <a:off x="-5597" y="10"/>
            <a:ext cx="4635583" cy="6857990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E916825F-759B-4F1A-BA80-AF7137691E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solidFill>
            <a:schemeClr val="tx1">
              <a:alpha val="70000"/>
            </a:schemeClr>
          </a:solidFill>
          <a:effectLst/>
        </p:grpSpPr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0AF64541-DE3B-4DBB-84E1-907956469E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" name="Freeform 6">
              <a:extLst>
                <a:ext uri="{FF2B5EF4-FFF2-40B4-BE49-F238E27FC236}">
                  <a16:creationId xmlns:a16="http://schemas.microsoft.com/office/drawing/2014/main" id="{9175DCC0-514A-4CA1-AD9A-1BB0FFF1B4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5" name="Freeform 7">
              <a:extLst>
                <a:ext uri="{FF2B5EF4-FFF2-40B4-BE49-F238E27FC236}">
                  <a16:creationId xmlns:a16="http://schemas.microsoft.com/office/drawing/2014/main" id="{10371924-94D9-48AF-9D5B-6471775BE8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7C964FF9-A41A-438C-A22B-62690C98F1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7" name="Freeform 9">
              <a:extLst>
                <a:ext uri="{FF2B5EF4-FFF2-40B4-BE49-F238E27FC236}">
                  <a16:creationId xmlns:a16="http://schemas.microsoft.com/office/drawing/2014/main" id="{61716CD6-1875-4567-B3E2-364CD0960D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" name="Freeform 10">
              <a:extLst>
                <a:ext uri="{FF2B5EF4-FFF2-40B4-BE49-F238E27FC236}">
                  <a16:creationId xmlns:a16="http://schemas.microsoft.com/office/drawing/2014/main" id="{31A293D3-7189-453D-AB91-1291AAFF3D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9" name="Freeform 11">
              <a:extLst>
                <a:ext uri="{FF2B5EF4-FFF2-40B4-BE49-F238E27FC236}">
                  <a16:creationId xmlns:a16="http://schemas.microsoft.com/office/drawing/2014/main" id="{87CB4EFE-58B3-4326-9CFB-A2AFADDFA5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0" name="Freeform 12">
              <a:extLst>
                <a:ext uri="{FF2B5EF4-FFF2-40B4-BE49-F238E27FC236}">
                  <a16:creationId xmlns:a16="http://schemas.microsoft.com/office/drawing/2014/main" id="{249CF4D3-B5A3-4287-BC9D-E9BB8FA6E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1" name="Freeform 13">
              <a:extLst>
                <a:ext uri="{FF2B5EF4-FFF2-40B4-BE49-F238E27FC236}">
                  <a16:creationId xmlns:a16="http://schemas.microsoft.com/office/drawing/2014/main" id="{4D2515F2-4D11-41AF-A6B1-7D084BEA98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2" name="Freeform 14">
              <a:extLst>
                <a:ext uri="{FF2B5EF4-FFF2-40B4-BE49-F238E27FC236}">
                  <a16:creationId xmlns:a16="http://schemas.microsoft.com/office/drawing/2014/main" id="{331BCBF4-0DC2-426E-84B3-AE38E403C9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" name="Freeform 15">
              <a:extLst>
                <a:ext uri="{FF2B5EF4-FFF2-40B4-BE49-F238E27FC236}">
                  <a16:creationId xmlns:a16="http://schemas.microsoft.com/office/drawing/2014/main" id="{EC8AF156-0BE9-437D-A83B-87364146D0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" name="Freeform 16">
              <a:extLst>
                <a:ext uri="{FF2B5EF4-FFF2-40B4-BE49-F238E27FC236}">
                  <a16:creationId xmlns:a16="http://schemas.microsoft.com/office/drawing/2014/main" id="{AC8CB256-3F62-4406-88F5-CE2421FF25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" name="Freeform 17">
              <a:extLst>
                <a:ext uri="{FF2B5EF4-FFF2-40B4-BE49-F238E27FC236}">
                  <a16:creationId xmlns:a16="http://schemas.microsoft.com/office/drawing/2014/main" id="{F3E812EB-415E-4B60-B0FB-65386882CE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" name="Freeform 18">
              <a:extLst>
                <a:ext uri="{FF2B5EF4-FFF2-40B4-BE49-F238E27FC236}">
                  <a16:creationId xmlns:a16="http://schemas.microsoft.com/office/drawing/2014/main" id="{EB4C95D7-8E6D-45EC-8CA1-9123D718E3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" name="Freeform 19">
              <a:extLst>
                <a:ext uri="{FF2B5EF4-FFF2-40B4-BE49-F238E27FC236}">
                  <a16:creationId xmlns:a16="http://schemas.microsoft.com/office/drawing/2014/main" id="{83F62FD2-2F62-4495-997C-8BD7F95AB8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" name="Freeform 20">
              <a:extLst>
                <a:ext uri="{FF2B5EF4-FFF2-40B4-BE49-F238E27FC236}">
                  <a16:creationId xmlns:a16="http://schemas.microsoft.com/office/drawing/2014/main" id="{B7DFE0F9-22A3-4846-8D4E-0D193BD32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" name="Freeform 21">
              <a:extLst>
                <a:ext uri="{FF2B5EF4-FFF2-40B4-BE49-F238E27FC236}">
                  <a16:creationId xmlns:a16="http://schemas.microsoft.com/office/drawing/2014/main" id="{244DAF25-7415-491A-9FF6-E04BC2DC2E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0" name="Freeform 22">
              <a:extLst>
                <a:ext uri="{FF2B5EF4-FFF2-40B4-BE49-F238E27FC236}">
                  <a16:creationId xmlns:a16="http://schemas.microsoft.com/office/drawing/2014/main" id="{7ACA3646-863C-4D00-A58A-62C7FE71CE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1" name="Freeform 23">
              <a:extLst>
                <a:ext uri="{FF2B5EF4-FFF2-40B4-BE49-F238E27FC236}">
                  <a16:creationId xmlns:a16="http://schemas.microsoft.com/office/drawing/2014/main" id="{0EA18B38-BD42-45ED-8458-FB205DBC76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2" name="Freeform 24">
              <a:extLst>
                <a:ext uri="{FF2B5EF4-FFF2-40B4-BE49-F238E27FC236}">
                  <a16:creationId xmlns:a16="http://schemas.microsoft.com/office/drawing/2014/main" id="{45302917-5DBE-4CF2-B52F-478F93FDDE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" name="Freeform 25">
              <a:extLst>
                <a:ext uri="{FF2B5EF4-FFF2-40B4-BE49-F238E27FC236}">
                  <a16:creationId xmlns:a16="http://schemas.microsoft.com/office/drawing/2014/main" id="{8E61E6FD-D40E-479C-ABE9-2B69AE20D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" name="Freeform 26">
              <a:extLst>
                <a:ext uri="{FF2B5EF4-FFF2-40B4-BE49-F238E27FC236}">
                  <a16:creationId xmlns:a16="http://schemas.microsoft.com/office/drawing/2014/main" id="{2F4DEB4F-F824-48D7-AF9B-B5D905DCD1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" name="Freeform 27">
              <a:extLst>
                <a:ext uri="{FF2B5EF4-FFF2-40B4-BE49-F238E27FC236}">
                  <a16:creationId xmlns:a16="http://schemas.microsoft.com/office/drawing/2014/main" id="{F76CFA02-6090-4464-B573-BCA350C901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6" name="Freeform 28">
              <a:extLst>
                <a:ext uri="{FF2B5EF4-FFF2-40B4-BE49-F238E27FC236}">
                  <a16:creationId xmlns:a16="http://schemas.microsoft.com/office/drawing/2014/main" id="{51BE8BEC-76C7-41FE-AB76-35194C2442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7" name="Freeform 29">
              <a:extLst>
                <a:ext uri="{FF2B5EF4-FFF2-40B4-BE49-F238E27FC236}">
                  <a16:creationId xmlns:a16="http://schemas.microsoft.com/office/drawing/2014/main" id="{710F61D4-3B34-45A9-B9B7-CE0373AB49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8" name="Freeform 30">
              <a:extLst>
                <a:ext uri="{FF2B5EF4-FFF2-40B4-BE49-F238E27FC236}">
                  <a16:creationId xmlns:a16="http://schemas.microsoft.com/office/drawing/2014/main" id="{451F080F-4CFB-4626-87CA-BB4CACA1C6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9" name="Freeform 31">
              <a:extLst>
                <a:ext uri="{FF2B5EF4-FFF2-40B4-BE49-F238E27FC236}">
                  <a16:creationId xmlns:a16="http://schemas.microsoft.com/office/drawing/2014/main" id="{667BBD71-2295-4A66-B76C-F82175C2B0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0" name="Freeform 32">
              <a:extLst>
                <a:ext uri="{FF2B5EF4-FFF2-40B4-BE49-F238E27FC236}">
                  <a16:creationId xmlns:a16="http://schemas.microsoft.com/office/drawing/2014/main" id="{B6644DE8-5BD1-4D5F-B245-0D3A21BCE1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A4DE8FD0-E681-4D9C-85C2-BEA4C2B3A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2" name="Freeform 34">
              <a:extLst>
                <a:ext uri="{FF2B5EF4-FFF2-40B4-BE49-F238E27FC236}">
                  <a16:creationId xmlns:a16="http://schemas.microsoft.com/office/drawing/2014/main" id="{D46033BD-1026-4388-B926-9D11E1D7C4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" name="Freeform 35">
              <a:extLst>
                <a:ext uri="{FF2B5EF4-FFF2-40B4-BE49-F238E27FC236}">
                  <a16:creationId xmlns:a16="http://schemas.microsoft.com/office/drawing/2014/main" id="{1FA74D4C-2E28-42C5-A7FA-3C7D6BD8B7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" name="Freeform 36">
              <a:extLst>
                <a:ext uri="{FF2B5EF4-FFF2-40B4-BE49-F238E27FC236}">
                  <a16:creationId xmlns:a16="http://schemas.microsoft.com/office/drawing/2014/main" id="{FADF7B3F-903C-456C-983E-C9868DDAB9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" name="Freeform 37">
              <a:extLst>
                <a:ext uri="{FF2B5EF4-FFF2-40B4-BE49-F238E27FC236}">
                  <a16:creationId xmlns:a16="http://schemas.microsoft.com/office/drawing/2014/main" id="{033F8698-1549-44AD-8DAD-0055D7B807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6" name="Freeform 38">
              <a:extLst>
                <a:ext uri="{FF2B5EF4-FFF2-40B4-BE49-F238E27FC236}">
                  <a16:creationId xmlns:a16="http://schemas.microsoft.com/office/drawing/2014/main" id="{F1BDD4B6-46FD-4048-ADF1-32EADD9E5A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7" name="Freeform 39">
              <a:extLst>
                <a:ext uri="{FF2B5EF4-FFF2-40B4-BE49-F238E27FC236}">
                  <a16:creationId xmlns:a16="http://schemas.microsoft.com/office/drawing/2014/main" id="{E7F387A7-B3BF-4B1A-BFCA-2D21AD3DFE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8" name="Freeform 40">
              <a:extLst>
                <a:ext uri="{FF2B5EF4-FFF2-40B4-BE49-F238E27FC236}">
                  <a16:creationId xmlns:a16="http://schemas.microsoft.com/office/drawing/2014/main" id="{7A1B6BC8-EA82-459D-A0E0-4EBE394E71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9" name="Freeform 41">
              <a:extLst>
                <a:ext uri="{FF2B5EF4-FFF2-40B4-BE49-F238E27FC236}">
                  <a16:creationId xmlns:a16="http://schemas.microsoft.com/office/drawing/2014/main" id="{8B94E190-DDC2-4545-906F-A1699BD73D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42">
              <a:extLst>
                <a:ext uri="{FF2B5EF4-FFF2-40B4-BE49-F238E27FC236}">
                  <a16:creationId xmlns:a16="http://schemas.microsoft.com/office/drawing/2014/main" id="{D9807239-A5BA-4BB3-9194-BCE3B2F21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0" name="Freeform 43">
              <a:extLst>
                <a:ext uri="{FF2B5EF4-FFF2-40B4-BE49-F238E27FC236}">
                  <a16:creationId xmlns:a16="http://schemas.microsoft.com/office/drawing/2014/main" id="{04D300FD-DC53-4375-8981-09EA63BCF1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44">
              <a:extLst>
                <a:ext uri="{FF2B5EF4-FFF2-40B4-BE49-F238E27FC236}">
                  <a16:creationId xmlns:a16="http://schemas.microsoft.com/office/drawing/2014/main" id="{1DF83FFD-4C16-41FD-928F-6E88AFC451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A5B4BC2F-B667-462B-99D8-0C433124AB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" name="Freeform 46">
              <a:extLst>
                <a:ext uri="{FF2B5EF4-FFF2-40B4-BE49-F238E27FC236}">
                  <a16:creationId xmlns:a16="http://schemas.microsoft.com/office/drawing/2014/main" id="{0CBD9EFB-AC61-4674-B75A-56449003CC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47">
              <a:extLst>
                <a:ext uri="{FF2B5EF4-FFF2-40B4-BE49-F238E27FC236}">
                  <a16:creationId xmlns:a16="http://schemas.microsoft.com/office/drawing/2014/main" id="{1AD4BBB0-F6A7-451F-BE09-DF619F38EB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" name="Freeform 48">
              <a:extLst>
                <a:ext uri="{FF2B5EF4-FFF2-40B4-BE49-F238E27FC236}">
                  <a16:creationId xmlns:a16="http://schemas.microsoft.com/office/drawing/2014/main" id="{A258B285-AE5E-473A-AA72-3C95E1D833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49">
              <a:extLst>
                <a:ext uri="{FF2B5EF4-FFF2-40B4-BE49-F238E27FC236}">
                  <a16:creationId xmlns:a16="http://schemas.microsoft.com/office/drawing/2014/main" id="{7BEEDDE5-CB8A-4DF9-858F-4D9462D95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50">
              <a:extLst>
                <a:ext uri="{FF2B5EF4-FFF2-40B4-BE49-F238E27FC236}">
                  <a16:creationId xmlns:a16="http://schemas.microsoft.com/office/drawing/2014/main" id="{DA1C731B-9B66-4D65-BF47-04B118107B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" name="Freeform 51">
              <a:extLst>
                <a:ext uri="{FF2B5EF4-FFF2-40B4-BE49-F238E27FC236}">
                  <a16:creationId xmlns:a16="http://schemas.microsoft.com/office/drawing/2014/main" id="{58DBFEC6-C6DC-4B7A-934F-5A79EC3280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52">
              <a:extLst>
                <a:ext uri="{FF2B5EF4-FFF2-40B4-BE49-F238E27FC236}">
                  <a16:creationId xmlns:a16="http://schemas.microsoft.com/office/drawing/2014/main" id="{9948D8CB-2DBE-4E48-98EA-DF9E2666A2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" name="Freeform 53">
              <a:extLst>
                <a:ext uri="{FF2B5EF4-FFF2-40B4-BE49-F238E27FC236}">
                  <a16:creationId xmlns:a16="http://schemas.microsoft.com/office/drawing/2014/main" id="{56AB69F6-9F0B-4AB6-BCA8-AA2FD69E99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Freeform 54">
              <a:extLst>
                <a:ext uri="{FF2B5EF4-FFF2-40B4-BE49-F238E27FC236}">
                  <a16:creationId xmlns:a16="http://schemas.microsoft.com/office/drawing/2014/main" id="{0E7FB426-288D-4B0B-B73B-10CCC0EF41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Freeform 55">
              <a:extLst>
                <a:ext uri="{FF2B5EF4-FFF2-40B4-BE49-F238E27FC236}">
                  <a16:creationId xmlns:a16="http://schemas.microsoft.com/office/drawing/2014/main" id="{A5C59C6B-46C9-48C9-9F57-2EE738B53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Freeform 56">
              <a:extLst>
                <a:ext uri="{FF2B5EF4-FFF2-40B4-BE49-F238E27FC236}">
                  <a16:creationId xmlns:a16="http://schemas.microsoft.com/office/drawing/2014/main" id="{7CE85F33-17DC-4273-B06F-D171094449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Freeform 57">
              <a:extLst>
                <a:ext uri="{FF2B5EF4-FFF2-40B4-BE49-F238E27FC236}">
                  <a16:creationId xmlns:a16="http://schemas.microsoft.com/office/drawing/2014/main" id="{5CD001CF-F2C4-4810-A8D9-679F9F89E5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Freeform 58">
              <a:extLst>
                <a:ext uri="{FF2B5EF4-FFF2-40B4-BE49-F238E27FC236}">
                  <a16:creationId xmlns:a16="http://schemas.microsoft.com/office/drawing/2014/main" id="{69F4BCDD-D153-40D2-8DD1-2509EE0CE4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25A9A87F-3BC4-E500-E8DF-05D1E9D339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7712973"/>
              </p:ext>
            </p:extLst>
          </p:nvPr>
        </p:nvGraphicFramePr>
        <p:xfrm>
          <a:off x="4968958" y="2249487"/>
          <a:ext cx="6078453" cy="35417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38451924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701EA-153E-8E5B-4C90-CF78DDF8F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468630"/>
            <a:ext cx="9905998" cy="1474470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bg2"/>
                </a:solidFill>
              </a:rPr>
              <a:t>PROJECT FOUNDATION (THE 4 WS)</a:t>
            </a:r>
            <a:br>
              <a:rPr lang="en-US" b="1" dirty="0">
                <a:solidFill>
                  <a:schemeClr val="bg2"/>
                </a:solidFill>
              </a:rPr>
            </a:br>
            <a:r>
              <a:rPr lang="en-US" b="1" dirty="0">
                <a:solidFill>
                  <a:schemeClr val="bg2"/>
                </a:solidFill>
              </a:rPr>
              <a:t>What, When, Where and why.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EF0A64-6349-F446-1DB4-BBB6E9F97C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313" r="-3" b="17310"/>
          <a:stretch>
            <a:fillRect/>
          </a:stretch>
        </p:blipFill>
        <p:spPr>
          <a:xfrm>
            <a:off x="80010" y="1943100"/>
            <a:ext cx="4006532" cy="4756260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8825849-406F-D7D7-91E6-F4E6D6C9CC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6962399"/>
              </p:ext>
            </p:extLst>
          </p:nvPr>
        </p:nvGraphicFramePr>
        <p:xfrm>
          <a:off x="4086542" y="1943100"/>
          <a:ext cx="6960869" cy="47562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40083097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2C5DD-3313-6345-1EDD-589A3298A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 </a:t>
            </a:r>
            <a:r>
              <a:rPr lang="en-US" b="1" dirty="0">
                <a:solidFill>
                  <a:schemeClr val="bg2"/>
                </a:solidFill>
              </a:rPr>
              <a:t>Methodology</a:t>
            </a:r>
            <a:r>
              <a:rPr lang="en-US" dirty="0">
                <a:solidFill>
                  <a:schemeClr val="bg2"/>
                </a:solidFill>
              </a:rPr>
              <a:t> (The 4 </a:t>
            </a:r>
            <a:r>
              <a:rPr lang="en-US" dirty="0" err="1">
                <a:solidFill>
                  <a:schemeClr val="bg2"/>
                </a:solidFill>
              </a:rPr>
              <a:t>Hows</a:t>
            </a:r>
            <a:r>
              <a:rPr lang="en-US" dirty="0">
                <a:solidFill>
                  <a:schemeClr val="bg2"/>
                </a:solidFill>
              </a:rPr>
              <a:t>) </a:t>
            </a:r>
          </a:p>
        </p:txBody>
      </p:sp>
      <p:pic>
        <p:nvPicPr>
          <p:cNvPr id="78" name="Picture 77">
            <a:extLst>
              <a:ext uri="{FF2B5EF4-FFF2-40B4-BE49-F238E27FC236}">
                <a16:creationId xmlns:a16="http://schemas.microsoft.com/office/drawing/2014/main" id="{45756E3F-5A6F-5BD3-3F5C-D3D6858881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1141411" y="2464546"/>
            <a:ext cx="4689234" cy="3119532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graphicFrame>
        <p:nvGraphicFramePr>
          <p:cNvPr id="7" name="TextBox 4">
            <a:extLst>
              <a:ext uri="{FF2B5EF4-FFF2-40B4-BE49-F238E27FC236}">
                <a16:creationId xmlns:a16="http://schemas.microsoft.com/office/drawing/2014/main" id="{B81B9FFA-D7F7-E029-2BC2-C5023C04CFC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82457768"/>
              </p:ext>
            </p:extLst>
          </p:nvPr>
        </p:nvGraphicFramePr>
        <p:xfrm>
          <a:off x="6336727" y="2249487"/>
          <a:ext cx="4710683" cy="35417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40664606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7" name="Rectangle 66">
            <a:extLst>
              <a:ext uri="{FF2B5EF4-FFF2-40B4-BE49-F238E27FC236}">
                <a16:creationId xmlns:a16="http://schemas.microsoft.com/office/drawing/2014/main" id="{C6270675-9512-4978-8583-36659256EE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974C82-E887-3598-ADDF-3E112EC1E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>
            <a:normAutofit fontScale="90000"/>
          </a:bodyPr>
          <a:lstStyle/>
          <a:p>
            <a:r>
              <a:rPr lang="en-US" sz="2700" b="1" dirty="0">
                <a:solidFill>
                  <a:schemeClr val="bg2"/>
                </a:solidFill>
              </a:rPr>
              <a:t>Key Analytical Models &amp; Metrics</a:t>
            </a:r>
            <a:br>
              <a:rPr lang="en-US" sz="2700" b="1" dirty="0">
                <a:solidFill>
                  <a:schemeClr val="bg2"/>
                </a:solidFill>
              </a:rPr>
            </a:br>
            <a:br>
              <a:rPr lang="en-US" sz="2700" b="1" dirty="0">
                <a:solidFill>
                  <a:schemeClr val="bg2"/>
                </a:solidFill>
              </a:rPr>
            </a:br>
            <a:r>
              <a:rPr lang="en-US" sz="2700" b="1" dirty="0">
                <a:solidFill>
                  <a:schemeClr val="bg2"/>
                </a:solidFill>
              </a:rPr>
              <a:t> Statistical Methods &amp; Their Purpose</a:t>
            </a:r>
            <a:br>
              <a:rPr lang="en-US" sz="2800" b="1" dirty="0">
                <a:latin typeface="Abadi" panose="020B0604020104020204" pitchFamily="34" charset="0"/>
              </a:rPr>
            </a:br>
            <a:endParaRPr lang="en-US" sz="2800" dirty="0">
              <a:latin typeface="Abadi" panose="020B0604020104020204" pitchFamily="34" charset="0"/>
            </a:endParaRPr>
          </a:p>
        </p:txBody>
      </p:sp>
      <p:graphicFrame>
        <p:nvGraphicFramePr>
          <p:cNvPr id="60" name="Content Placeholder 42">
            <a:extLst>
              <a:ext uri="{FF2B5EF4-FFF2-40B4-BE49-F238E27FC236}">
                <a16:creationId xmlns:a16="http://schemas.microsoft.com/office/drawing/2014/main" id="{4E7C6499-1991-88C1-5788-A06D5C8A28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82445427"/>
              </p:ext>
            </p:extLst>
          </p:nvPr>
        </p:nvGraphicFramePr>
        <p:xfrm>
          <a:off x="1141413" y="2361745"/>
          <a:ext cx="9906003" cy="3678108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740424">
                  <a:extLst>
                    <a:ext uri="{9D8B030D-6E8A-4147-A177-3AD203B41FA5}">
                      <a16:colId xmlns:a16="http://schemas.microsoft.com/office/drawing/2014/main" val="3218269522"/>
                    </a:ext>
                  </a:extLst>
                </a:gridCol>
                <a:gridCol w="1993290">
                  <a:extLst>
                    <a:ext uri="{9D8B030D-6E8A-4147-A177-3AD203B41FA5}">
                      <a16:colId xmlns:a16="http://schemas.microsoft.com/office/drawing/2014/main" val="4063024980"/>
                    </a:ext>
                  </a:extLst>
                </a:gridCol>
                <a:gridCol w="740424">
                  <a:extLst>
                    <a:ext uri="{9D8B030D-6E8A-4147-A177-3AD203B41FA5}">
                      <a16:colId xmlns:a16="http://schemas.microsoft.com/office/drawing/2014/main" val="4270472903"/>
                    </a:ext>
                  </a:extLst>
                </a:gridCol>
                <a:gridCol w="2527250">
                  <a:extLst>
                    <a:ext uri="{9D8B030D-6E8A-4147-A177-3AD203B41FA5}">
                      <a16:colId xmlns:a16="http://schemas.microsoft.com/office/drawing/2014/main" val="3224691341"/>
                    </a:ext>
                  </a:extLst>
                </a:gridCol>
                <a:gridCol w="740424">
                  <a:extLst>
                    <a:ext uri="{9D8B030D-6E8A-4147-A177-3AD203B41FA5}">
                      <a16:colId xmlns:a16="http://schemas.microsoft.com/office/drawing/2014/main" val="1353264886"/>
                    </a:ext>
                  </a:extLst>
                </a:gridCol>
                <a:gridCol w="3164191">
                  <a:extLst>
                    <a:ext uri="{9D8B030D-6E8A-4147-A177-3AD203B41FA5}">
                      <a16:colId xmlns:a16="http://schemas.microsoft.com/office/drawing/2014/main" val="1556548932"/>
                    </a:ext>
                  </a:extLst>
                </a:gridCol>
              </a:tblGrid>
              <a:tr h="5780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  <a:effectLst/>
                        </a:rPr>
                        <a:t>📊</a:t>
                      </a:r>
                    </a:p>
                  </a:txBody>
                  <a:tcPr marL="0" marR="72526" marT="29010" marB="21757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 dirty="0">
                          <a:solidFill>
                            <a:schemeClr val="tx1"/>
                          </a:solidFill>
                          <a:effectLst/>
                        </a:rPr>
                        <a:t>Descriptive</a:t>
                      </a:r>
                    </a:p>
                  </a:txBody>
                  <a:tcPr marL="0" marR="72526" marT="29010" marB="21757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  <a:effectLst/>
                        </a:rPr>
                        <a:t>➡️</a:t>
                      </a:r>
                    </a:p>
                  </a:txBody>
                  <a:tcPr marL="0" marR="72526" marT="29010" marB="21757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  <a:effectLst/>
                        </a:rPr>
                        <a:t>Avg / Min / Max</a:t>
                      </a:r>
                    </a:p>
                  </a:txBody>
                  <a:tcPr marL="0" marR="72526" marT="29010" marB="21757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  <a:effectLst/>
                        </a:rPr>
                        <a:t>➡️</a:t>
                      </a:r>
                    </a:p>
                  </a:txBody>
                  <a:tcPr marL="0" marR="72526" marT="29010" marB="21757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  <a:effectLst/>
                        </a:rPr>
                        <a:t>Wait Time • Profit • NPS • Age</a:t>
                      </a:r>
                    </a:p>
                  </a:txBody>
                  <a:tcPr marL="0" marR="72526" marT="29010" marB="217578" anchor="ctr"/>
                </a:tc>
                <a:extLst>
                  <a:ext uri="{0D108BD9-81ED-4DB2-BD59-A6C34878D82A}">
                    <a16:rowId xmlns:a16="http://schemas.microsoft.com/office/drawing/2014/main" val="2029185937"/>
                  </a:ext>
                </a:extLst>
              </a:tr>
              <a:tr h="8406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  <a:effectLst/>
                        </a:rPr>
                        <a:t>🧩</a:t>
                      </a:r>
                    </a:p>
                  </a:txBody>
                  <a:tcPr marL="0" marR="72526" marT="29010" marB="21757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  <a:effectLst/>
                        </a:rPr>
                        <a:t>Segmentation</a:t>
                      </a:r>
                    </a:p>
                  </a:txBody>
                  <a:tcPr marL="0" marR="72526" marT="29010" marB="21757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  <a:effectLst/>
                        </a:rPr>
                        <a:t>➡️</a:t>
                      </a:r>
                    </a:p>
                  </a:txBody>
                  <a:tcPr marL="0" marR="72526" marT="29010" marB="21757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 dirty="0">
                          <a:solidFill>
                            <a:schemeClr val="tx1"/>
                          </a:solidFill>
                          <a:effectLst/>
                        </a:rPr>
                        <a:t>Compare groups</a:t>
                      </a:r>
                    </a:p>
                  </a:txBody>
                  <a:tcPr marL="0" marR="72526" marT="29010" marB="21757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  <a:effectLst/>
                        </a:rPr>
                        <a:t>➡️</a:t>
                      </a:r>
                    </a:p>
                  </a:txBody>
                  <a:tcPr marL="0" marR="72526" marT="29010" marB="21757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 dirty="0">
                          <a:solidFill>
                            <a:schemeClr val="tx1"/>
                          </a:solidFill>
                          <a:effectLst/>
                        </a:rPr>
                        <a:t>Dept • Branch • Insurance • Shift • Triage</a:t>
                      </a:r>
                    </a:p>
                  </a:txBody>
                  <a:tcPr marL="0" marR="72526" marT="29010" marB="217578" anchor="ctr"/>
                </a:tc>
                <a:extLst>
                  <a:ext uri="{0D108BD9-81ED-4DB2-BD59-A6C34878D82A}">
                    <a16:rowId xmlns:a16="http://schemas.microsoft.com/office/drawing/2014/main" val="672172551"/>
                  </a:ext>
                </a:extLst>
              </a:tr>
              <a:tr h="8406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  <a:effectLst/>
                        </a:rPr>
                        <a:t>🔗</a:t>
                      </a:r>
                    </a:p>
                  </a:txBody>
                  <a:tcPr marL="0" marR="72526" marT="29010" marB="21757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  <a:effectLst/>
                        </a:rPr>
                        <a:t>Correlation</a:t>
                      </a:r>
                    </a:p>
                  </a:txBody>
                  <a:tcPr marL="0" marR="72526" marT="29010" marB="21757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  <a:effectLst/>
                        </a:rPr>
                        <a:t>➡️</a:t>
                      </a:r>
                    </a:p>
                  </a:txBody>
                  <a:tcPr marL="0" marR="72526" marT="29010" marB="21757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 dirty="0">
                          <a:solidFill>
                            <a:schemeClr val="tx1"/>
                          </a:solidFill>
                          <a:effectLst/>
                        </a:rPr>
                        <a:t>Find relationships</a:t>
                      </a:r>
                    </a:p>
                  </a:txBody>
                  <a:tcPr marL="0" marR="72526" marT="29010" marB="21757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 dirty="0">
                          <a:solidFill>
                            <a:schemeClr val="tx1"/>
                          </a:solidFill>
                          <a:effectLst/>
                        </a:rPr>
                        <a:t>➡️</a:t>
                      </a:r>
                    </a:p>
                  </a:txBody>
                  <a:tcPr marL="0" marR="72526" marT="29010" marB="21757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  <a:effectLst/>
                        </a:rPr>
                        <a:t>Workload ↔ Rating • Wait Time ↔ NPS</a:t>
                      </a:r>
                    </a:p>
                  </a:txBody>
                  <a:tcPr marL="0" marR="72526" marT="29010" marB="217578" anchor="ctr"/>
                </a:tc>
                <a:extLst>
                  <a:ext uri="{0D108BD9-81ED-4DB2-BD59-A6C34878D82A}">
                    <a16:rowId xmlns:a16="http://schemas.microsoft.com/office/drawing/2014/main" val="304838343"/>
                  </a:ext>
                </a:extLst>
              </a:tr>
              <a:tr h="8406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  <a:effectLst/>
                        </a:rPr>
                        <a:t>👥</a:t>
                      </a:r>
                    </a:p>
                  </a:txBody>
                  <a:tcPr marL="0" marR="72526" marT="29010" marB="21757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  <a:effectLst/>
                        </a:rPr>
                        <a:t>Cohort</a:t>
                      </a:r>
                    </a:p>
                  </a:txBody>
                  <a:tcPr marL="0" marR="72526" marT="29010" marB="21757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  <a:effectLst/>
                        </a:rPr>
                        <a:t>➡️</a:t>
                      </a:r>
                    </a:p>
                  </a:txBody>
                  <a:tcPr marL="0" marR="72526" marT="29010" marB="21757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 dirty="0">
                          <a:solidFill>
                            <a:schemeClr val="tx1"/>
                          </a:solidFill>
                          <a:effectLst/>
                        </a:rPr>
                        <a:t>Track over time</a:t>
                      </a:r>
                    </a:p>
                  </a:txBody>
                  <a:tcPr marL="0" marR="72526" marT="29010" marB="21757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  <a:effectLst/>
                        </a:rPr>
                        <a:t>➡️</a:t>
                      </a:r>
                    </a:p>
                  </a:txBody>
                  <a:tcPr marL="0" marR="72526" marT="29010" marB="21757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  <a:effectLst/>
                        </a:rPr>
                        <a:t>Segment (VIP/Regular/Insurance) ↔ LTV</a:t>
                      </a:r>
                    </a:p>
                  </a:txBody>
                  <a:tcPr marL="0" marR="72526" marT="29010" marB="217578" anchor="ctr"/>
                </a:tc>
                <a:extLst>
                  <a:ext uri="{0D108BD9-81ED-4DB2-BD59-A6C34878D82A}">
                    <a16:rowId xmlns:a16="http://schemas.microsoft.com/office/drawing/2014/main" val="1483946165"/>
                  </a:ext>
                </a:extLst>
              </a:tr>
              <a:tr h="5780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  <a:effectLst/>
                        </a:rPr>
                        <a:t>📈</a:t>
                      </a:r>
                    </a:p>
                  </a:txBody>
                  <a:tcPr marL="0" marR="72526" marT="29010" marB="21757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  <a:effectLst/>
                        </a:rPr>
                        <a:t>Trend</a:t>
                      </a:r>
                    </a:p>
                  </a:txBody>
                  <a:tcPr marL="0" marR="72526" marT="29010" marB="21757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  <a:effectLst/>
                        </a:rPr>
                        <a:t>➡️</a:t>
                      </a:r>
                    </a:p>
                  </a:txBody>
                  <a:tcPr marL="0" marR="72526" marT="29010" marB="21757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  <a:effectLst/>
                        </a:rPr>
                        <a:t>Changes over time</a:t>
                      </a:r>
                    </a:p>
                  </a:txBody>
                  <a:tcPr marL="0" marR="72526" marT="29010" marB="21757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  <a:effectLst/>
                        </a:rPr>
                        <a:t>➡️</a:t>
                      </a:r>
                    </a:p>
                  </a:txBody>
                  <a:tcPr marL="0" marR="72526" marT="29010" marB="21757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 dirty="0">
                          <a:solidFill>
                            <a:schemeClr val="tx1"/>
                          </a:solidFill>
                          <a:effectLst/>
                        </a:rPr>
                        <a:t>Monthly NPS • Quarterly Profit</a:t>
                      </a:r>
                    </a:p>
                  </a:txBody>
                  <a:tcPr marL="0" marR="72526" marT="29010" marB="217578" anchor="ctr"/>
                </a:tc>
                <a:extLst>
                  <a:ext uri="{0D108BD9-81ED-4DB2-BD59-A6C34878D82A}">
                    <a16:rowId xmlns:a16="http://schemas.microsoft.com/office/drawing/2014/main" val="1970986310"/>
                  </a:ext>
                </a:extLst>
              </a:tr>
            </a:tbl>
          </a:graphicData>
        </a:graphic>
      </p:graphicFrame>
      <p:pic>
        <p:nvPicPr>
          <p:cNvPr id="181" name="Picture 180">
            <a:extLst>
              <a:ext uri="{FF2B5EF4-FFF2-40B4-BE49-F238E27FC236}">
                <a16:creationId xmlns:a16="http://schemas.microsoft.com/office/drawing/2014/main" id="{A8A10F6A-47B8-D300-0DEA-171BB1A18C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7732" y="78164"/>
            <a:ext cx="3119679" cy="2201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0622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7" name="Rectangle 336">
            <a:extLst>
              <a:ext uri="{FF2B5EF4-FFF2-40B4-BE49-F238E27FC236}">
                <a16:creationId xmlns:a16="http://schemas.microsoft.com/office/drawing/2014/main" id="{54B9C16B-AC4A-44ED-9075-F76549B46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9" name="Group 338">
            <a:extLst>
              <a:ext uri="{FF2B5EF4-FFF2-40B4-BE49-F238E27FC236}">
                <a16:creationId xmlns:a16="http://schemas.microsoft.com/office/drawing/2014/main" id="{62A2FEB6-F419-4684-9ABC-9E32E012E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100" y="-11384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340" name="Rectangle 5">
              <a:extLst>
                <a:ext uri="{FF2B5EF4-FFF2-40B4-BE49-F238E27FC236}">
                  <a16:creationId xmlns:a16="http://schemas.microsoft.com/office/drawing/2014/main" id="{21E24A15-28D6-4CEB-9268-0BB0BEEAF3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1" name="Freeform 6">
              <a:extLst>
                <a:ext uri="{FF2B5EF4-FFF2-40B4-BE49-F238E27FC236}">
                  <a16:creationId xmlns:a16="http://schemas.microsoft.com/office/drawing/2014/main" id="{4345933F-9633-4510-90E1-08B0E2A19E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2" name="Freeform 7">
              <a:extLst>
                <a:ext uri="{FF2B5EF4-FFF2-40B4-BE49-F238E27FC236}">
                  <a16:creationId xmlns:a16="http://schemas.microsoft.com/office/drawing/2014/main" id="{C68A48FB-1BE4-4053-A76F-5A5511BA0E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3" name="Freeform 8">
              <a:extLst>
                <a:ext uri="{FF2B5EF4-FFF2-40B4-BE49-F238E27FC236}">
                  <a16:creationId xmlns:a16="http://schemas.microsoft.com/office/drawing/2014/main" id="{8149777B-6A9F-4C95-BF44-F964645071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4" name="Freeform 9">
              <a:extLst>
                <a:ext uri="{FF2B5EF4-FFF2-40B4-BE49-F238E27FC236}">
                  <a16:creationId xmlns:a16="http://schemas.microsoft.com/office/drawing/2014/main" id="{0654845E-622A-4AD3-8F3A-6E1DEAB5FC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5" name="Freeform 10">
              <a:extLst>
                <a:ext uri="{FF2B5EF4-FFF2-40B4-BE49-F238E27FC236}">
                  <a16:creationId xmlns:a16="http://schemas.microsoft.com/office/drawing/2014/main" id="{DF1C0739-3D08-4C83-857E-B0724A6E8C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6" name="Freeform 11">
              <a:extLst>
                <a:ext uri="{FF2B5EF4-FFF2-40B4-BE49-F238E27FC236}">
                  <a16:creationId xmlns:a16="http://schemas.microsoft.com/office/drawing/2014/main" id="{D235EAA0-7D5A-453A-9643-EE7A4954EA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7" name="Freeform 12">
              <a:extLst>
                <a:ext uri="{FF2B5EF4-FFF2-40B4-BE49-F238E27FC236}">
                  <a16:creationId xmlns:a16="http://schemas.microsoft.com/office/drawing/2014/main" id="{94C6FB7C-72DE-42DE-8F58-CCE9B8F556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" name="Freeform 13">
              <a:extLst>
                <a:ext uri="{FF2B5EF4-FFF2-40B4-BE49-F238E27FC236}">
                  <a16:creationId xmlns:a16="http://schemas.microsoft.com/office/drawing/2014/main" id="{FE31E0FE-EC8D-4EA7-BD9D-02F8C54FD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" name="Freeform 14">
              <a:extLst>
                <a:ext uri="{FF2B5EF4-FFF2-40B4-BE49-F238E27FC236}">
                  <a16:creationId xmlns:a16="http://schemas.microsoft.com/office/drawing/2014/main" id="{69FE4B12-13E0-48F9-9E18-66406B8D3C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0" name="Freeform 15">
              <a:extLst>
                <a:ext uri="{FF2B5EF4-FFF2-40B4-BE49-F238E27FC236}">
                  <a16:creationId xmlns:a16="http://schemas.microsoft.com/office/drawing/2014/main" id="{87FAADC3-B321-43EE-B8F3-2842D84098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" name="Line 16">
              <a:extLst>
                <a:ext uri="{FF2B5EF4-FFF2-40B4-BE49-F238E27FC236}">
                  <a16:creationId xmlns:a16="http://schemas.microsoft.com/office/drawing/2014/main" id="{90461464-1683-402F-A72B-8558CC6777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2" name="Freeform 17">
              <a:extLst>
                <a:ext uri="{FF2B5EF4-FFF2-40B4-BE49-F238E27FC236}">
                  <a16:creationId xmlns:a16="http://schemas.microsoft.com/office/drawing/2014/main" id="{70F594E7-32D0-45B9-A3CF-636CF6FCBD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3" name="Freeform 18">
              <a:extLst>
                <a:ext uri="{FF2B5EF4-FFF2-40B4-BE49-F238E27FC236}">
                  <a16:creationId xmlns:a16="http://schemas.microsoft.com/office/drawing/2014/main" id="{8AEF60E1-26C2-4E3C-B839-347DDD23C3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4" name="Freeform 19">
              <a:extLst>
                <a:ext uri="{FF2B5EF4-FFF2-40B4-BE49-F238E27FC236}">
                  <a16:creationId xmlns:a16="http://schemas.microsoft.com/office/drawing/2014/main" id="{792FE54B-EE9D-4E57-B6BC-6A9196BE89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5" name="Freeform 20">
              <a:extLst>
                <a:ext uri="{FF2B5EF4-FFF2-40B4-BE49-F238E27FC236}">
                  <a16:creationId xmlns:a16="http://schemas.microsoft.com/office/drawing/2014/main" id="{72BE56DF-619D-463E-8F88-CABA09DA88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6" name="Rectangle 21">
              <a:extLst>
                <a:ext uri="{FF2B5EF4-FFF2-40B4-BE49-F238E27FC236}">
                  <a16:creationId xmlns:a16="http://schemas.microsoft.com/office/drawing/2014/main" id="{C7430457-1935-4BBF-A6A7-7C3125A02E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7" name="Freeform 22">
              <a:extLst>
                <a:ext uri="{FF2B5EF4-FFF2-40B4-BE49-F238E27FC236}">
                  <a16:creationId xmlns:a16="http://schemas.microsoft.com/office/drawing/2014/main" id="{BB006150-E547-4E84-A2B1-59131F3D53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" name="Freeform 23">
              <a:extLst>
                <a:ext uri="{FF2B5EF4-FFF2-40B4-BE49-F238E27FC236}">
                  <a16:creationId xmlns:a16="http://schemas.microsoft.com/office/drawing/2014/main" id="{5A8CD074-956B-41A4-870B-001554B69B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9" name="Freeform 24">
              <a:extLst>
                <a:ext uri="{FF2B5EF4-FFF2-40B4-BE49-F238E27FC236}">
                  <a16:creationId xmlns:a16="http://schemas.microsoft.com/office/drawing/2014/main" id="{070C253B-974E-459F-AD0B-7057224828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0" name="Freeform 25">
              <a:extLst>
                <a:ext uri="{FF2B5EF4-FFF2-40B4-BE49-F238E27FC236}">
                  <a16:creationId xmlns:a16="http://schemas.microsoft.com/office/drawing/2014/main" id="{BBC07B3D-A631-44EA-861A-7D80383A10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1" name="Freeform 26">
              <a:extLst>
                <a:ext uri="{FF2B5EF4-FFF2-40B4-BE49-F238E27FC236}">
                  <a16:creationId xmlns:a16="http://schemas.microsoft.com/office/drawing/2014/main" id="{32039DC6-B4CF-4A5A-8D17-3A568D125C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2" name="Freeform 27">
              <a:extLst>
                <a:ext uri="{FF2B5EF4-FFF2-40B4-BE49-F238E27FC236}">
                  <a16:creationId xmlns:a16="http://schemas.microsoft.com/office/drawing/2014/main" id="{99E0C81F-5D8D-4AF8-BDE5-4DF75868F7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" name="Freeform 28">
              <a:extLst>
                <a:ext uri="{FF2B5EF4-FFF2-40B4-BE49-F238E27FC236}">
                  <a16:creationId xmlns:a16="http://schemas.microsoft.com/office/drawing/2014/main" id="{0D946680-855C-41EC-BBA2-61F6F776E5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4" name="Freeform 29">
              <a:extLst>
                <a:ext uri="{FF2B5EF4-FFF2-40B4-BE49-F238E27FC236}">
                  <a16:creationId xmlns:a16="http://schemas.microsoft.com/office/drawing/2014/main" id="{E6FAD9E8-6E13-45A0-A5D6-8BCAD27B4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5" name="Freeform 30">
              <a:extLst>
                <a:ext uri="{FF2B5EF4-FFF2-40B4-BE49-F238E27FC236}">
                  <a16:creationId xmlns:a16="http://schemas.microsoft.com/office/drawing/2014/main" id="{0CCBC8FA-0581-454F-9FD1-6B6102A1A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6" name="Freeform 31">
              <a:extLst>
                <a:ext uri="{FF2B5EF4-FFF2-40B4-BE49-F238E27FC236}">
                  <a16:creationId xmlns:a16="http://schemas.microsoft.com/office/drawing/2014/main" id="{5D6C328F-65A5-41E8-86E9-E4E638CC3B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368" name="Picture 2">
            <a:extLst>
              <a:ext uri="{FF2B5EF4-FFF2-40B4-BE49-F238E27FC236}">
                <a16:creationId xmlns:a16="http://schemas.microsoft.com/office/drawing/2014/main" id="{3E94A106-9341-485C-9057-9D62B2BD08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" y="-2"/>
            <a:ext cx="4061525" cy="6858001"/>
          </a:xfrm>
          <a:prstGeom prst="rect">
            <a:avLst/>
          </a:prstGeom>
          <a:extLst>
            <a:ext uri="{909E8E84-426E-40dd-AFC4-6F175D3DCCD1}">
              <a14:hiddenFill xmlns="" xmlns:a16="http://schemas.microsoft.com/office/drawing/2014/main" xmlns:p14="http://schemas.microsoft.com/office/powerpoint/2010/main" xmlns:dgm="http://schemas.openxmlformats.org/drawingml/2006/diagram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0" name="Rectangle 369">
            <a:extLst>
              <a:ext uri="{FF2B5EF4-FFF2-40B4-BE49-F238E27FC236}">
                <a16:creationId xmlns:a16="http://schemas.microsoft.com/office/drawing/2014/main" id="{B53044DC-4918-43DA-B49D-91673C6C94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853"/>
            <a:ext cx="4055621" cy="6858000"/>
          </a:xfrm>
          <a:prstGeom prst="rect">
            <a:avLst/>
          </a:prstGeom>
          <a:ln>
            <a:noFill/>
          </a:ln>
          <a:effectLst>
            <a:outerShdw blurRad="76200" dist="38100" algn="l" rotWithShape="0">
              <a:prstClr val="black">
                <a:alpha val="3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2" name="Group 371">
            <a:extLst>
              <a:ext uri="{FF2B5EF4-FFF2-40B4-BE49-F238E27FC236}">
                <a16:creationId xmlns:a16="http://schemas.microsoft.com/office/drawing/2014/main" id="{1DCE6B36-1420-43AB-86CF-4E653A51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90" y="-9998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bg2"/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373" name="Rectangle 5">
              <a:extLst>
                <a:ext uri="{FF2B5EF4-FFF2-40B4-BE49-F238E27FC236}">
                  <a16:creationId xmlns:a16="http://schemas.microsoft.com/office/drawing/2014/main" id="{72626E0B-9628-468E-A713-011C02F602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4" name="Freeform 6">
              <a:extLst>
                <a:ext uri="{FF2B5EF4-FFF2-40B4-BE49-F238E27FC236}">
                  <a16:creationId xmlns:a16="http://schemas.microsoft.com/office/drawing/2014/main" id="{93F7977A-BD91-4B0D-9A8D-372DB67AD8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5" name="Freeform 7">
              <a:extLst>
                <a:ext uri="{FF2B5EF4-FFF2-40B4-BE49-F238E27FC236}">
                  <a16:creationId xmlns:a16="http://schemas.microsoft.com/office/drawing/2014/main" id="{9FEE6A56-01A1-404D-864E-1C2587C9AF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6" name="Freeform 8">
              <a:extLst>
                <a:ext uri="{FF2B5EF4-FFF2-40B4-BE49-F238E27FC236}">
                  <a16:creationId xmlns:a16="http://schemas.microsoft.com/office/drawing/2014/main" id="{E74DBBF2-EF6F-4E3E-B183-F8EEE76094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7" name="Freeform 9">
              <a:extLst>
                <a:ext uri="{FF2B5EF4-FFF2-40B4-BE49-F238E27FC236}">
                  <a16:creationId xmlns:a16="http://schemas.microsoft.com/office/drawing/2014/main" id="{ABCF0F27-B056-474C-A0FB-1DB747A92F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8" name="Freeform 10">
              <a:extLst>
                <a:ext uri="{FF2B5EF4-FFF2-40B4-BE49-F238E27FC236}">
                  <a16:creationId xmlns:a16="http://schemas.microsoft.com/office/drawing/2014/main" id="{0A0A5B7B-BA2A-45CC-AABE-9D5B08A5DB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" name="Freeform 11">
              <a:extLst>
                <a:ext uri="{FF2B5EF4-FFF2-40B4-BE49-F238E27FC236}">
                  <a16:creationId xmlns:a16="http://schemas.microsoft.com/office/drawing/2014/main" id="{3C9A5D2B-1787-4954-9108-B9D497A87C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0" name="Freeform 12">
              <a:extLst>
                <a:ext uri="{FF2B5EF4-FFF2-40B4-BE49-F238E27FC236}">
                  <a16:creationId xmlns:a16="http://schemas.microsoft.com/office/drawing/2014/main" id="{818C4F8B-7556-49A7-83C6-C8F631F6A9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1" name="Freeform 13">
              <a:extLst>
                <a:ext uri="{FF2B5EF4-FFF2-40B4-BE49-F238E27FC236}">
                  <a16:creationId xmlns:a16="http://schemas.microsoft.com/office/drawing/2014/main" id="{22BED614-D078-47EA-9C72-190217FDD5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2" name="Freeform 14">
              <a:extLst>
                <a:ext uri="{FF2B5EF4-FFF2-40B4-BE49-F238E27FC236}">
                  <a16:creationId xmlns:a16="http://schemas.microsoft.com/office/drawing/2014/main" id="{73DE0BF2-86D7-4038-AC4B-AF0F116A5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3" name="Freeform 15">
              <a:extLst>
                <a:ext uri="{FF2B5EF4-FFF2-40B4-BE49-F238E27FC236}">
                  <a16:creationId xmlns:a16="http://schemas.microsoft.com/office/drawing/2014/main" id="{11D8BB55-D027-420C-9EF9-49B3BA79DC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4" name="Line 16">
              <a:extLst>
                <a:ext uri="{FF2B5EF4-FFF2-40B4-BE49-F238E27FC236}">
                  <a16:creationId xmlns:a16="http://schemas.microsoft.com/office/drawing/2014/main" id="{3FAEF5CE-07ED-46A7-9777-D86C70719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5" name="Freeform 17">
              <a:extLst>
                <a:ext uri="{FF2B5EF4-FFF2-40B4-BE49-F238E27FC236}">
                  <a16:creationId xmlns:a16="http://schemas.microsoft.com/office/drawing/2014/main" id="{29CAFB1A-357C-4313-B734-1CD4E4F9D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6" name="Freeform 18">
              <a:extLst>
                <a:ext uri="{FF2B5EF4-FFF2-40B4-BE49-F238E27FC236}">
                  <a16:creationId xmlns:a16="http://schemas.microsoft.com/office/drawing/2014/main" id="{653161D3-8634-4BB7-A2BC-028C4EAA1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7" name="Freeform 19">
              <a:extLst>
                <a:ext uri="{FF2B5EF4-FFF2-40B4-BE49-F238E27FC236}">
                  <a16:creationId xmlns:a16="http://schemas.microsoft.com/office/drawing/2014/main" id="{9537546A-6FF1-408B-AFE2-BBF7D34823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8" name="Freeform 20">
              <a:extLst>
                <a:ext uri="{FF2B5EF4-FFF2-40B4-BE49-F238E27FC236}">
                  <a16:creationId xmlns:a16="http://schemas.microsoft.com/office/drawing/2014/main" id="{F73EE662-79B7-404B-B1B8-0E096BE4CD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" name="Rectangle 21">
              <a:extLst>
                <a:ext uri="{FF2B5EF4-FFF2-40B4-BE49-F238E27FC236}">
                  <a16:creationId xmlns:a16="http://schemas.microsoft.com/office/drawing/2014/main" id="{B6DDB906-1F52-4D64-8493-4816EDDD3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0" name="Freeform 22">
              <a:extLst>
                <a:ext uri="{FF2B5EF4-FFF2-40B4-BE49-F238E27FC236}">
                  <a16:creationId xmlns:a16="http://schemas.microsoft.com/office/drawing/2014/main" id="{4FA472A5-ABEA-4961-897B-7EB96AF09A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1" name="Freeform 23">
              <a:extLst>
                <a:ext uri="{FF2B5EF4-FFF2-40B4-BE49-F238E27FC236}">
                  <a16:creationId xmlns:a16="http://schemas.microsoft.com/office/drawing/2014/main" id="{54226E99-C38F-4456-A1F8-8897483FD9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2" name="Freeform 24">
              <a:extLst>
                <a:ext uri="{FF2B5EF4-FFF2-40B4-BE49-F238E27FC236}">
                  <a16:creationId xmlns:a16="http://schemas.microsoft.com/office/drawing/2014/main" id="{0A4A0196-A383-4629-B9A5-9C87E846C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3" name="Freeform 25">
              <a:extLst>
                <a:ext uri="{FF2B5EF4-FFF2-40B4-BE49-F238E27FC236}">
                  <a16:creationId xmlns:a16="http://schemas.microsoft.com/office/drawing/2014/main" id="{BA5E608D-2E7B-4662-A9A0-18D4E0F0DC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4" name="Freeform 26">
              <a:extLst>
                <a:ext uri="{FF2B5EF4-FFF2-40B4-BE49-F238E27FC236}">
                  <a16:creationId xmlns:a16="http://schemas.microsoft.com/office/drawing/2014/main" id="{5E211F37-790F-4BD7-B055-022AE0C2E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5" name="Freeform 27">
              <a:extLst>
                <a:ext uri="{FF2B5EF4-FFF2-40B4-BE49-F238E27FC236}">
                  <a16:creationId xmlns:a16="http://schemas.microsoft.com/office/drawing/2014/main" id="{96F375D0-232A-490A-9499-CB5FBA3FD9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6" name="Freeform 28">
              <a:extLst>
                <a:ext uri="{FF2B5EF4-FFF2-40B4-BE49-F238E27FC236}">
                  <a16:creationId xmlns:a16="http://schemas.microsoft.com/office/drawing/2014/main" id="{6B33B423-FD0F-4780-A0D6-32FC040B37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7" name="Freeform 29">
              <a:extLst>
                <a:ext uri="{FF2B5EF4-FFF2-40B4-BE49-F238E27FC236}">
                  <a16:creationId xmlns:a16="http://schemas.microsoft.com/office/drawing/2014/main" id="{B6BD1710-838F-4CDD-A000-C6C710A6A0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8" name="Freeform 30">
              <a:extLst>
                <a:ext uri="{FF2B5EF4-FFF2-40B4-BE49-F238E27FC236}">
                  <a16:creationId xmlns:a16="http://schemas.microsoft.com/office/drawing/2014/main" id="{0BB93533-1C95-4B0A-B0E2-168602B085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" name="Freeform 31">
              <a:extLst>
                <a:ext uri="{FF2B5EF4-FFF2-40B4-BE49-F238E27FC236}">
                  <a16:creationId xmlns:a16="http://schemas.microsoft.com/office/drawing/2014/main" id="{CB0B113D-1987-4D89-A475-511E092FE1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401" name="Picture 2">
            <a:extLst>
              <a:ext uri="{FF2B5EF4-FFF2-40B4-BE49-F238E27FC236}">
                <a16:creationId xmlns:a16="http://schemas.microsoft.com/office/drawing/2014/main" id="{9BE36DBF-0333-4D36-A5BF-81FDA2406F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" y="-13238"/>
            <a:ext cx="4062718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dgm="http://schemas.openxmlformats.org/drawingml/2006/diagram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FF9026-8680-FDDD-44D4-381F4FB8F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3330" y="1134681"/>
            <a:ext cx="2743310" cy="4255025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tx2"/>
                </a:solidFill>
              </a:rPr>
              <a:t>Key Analytical Models &amp; Metrics</a:t>
            </a:r>
            <a:br>
              <a:rPr lang="en-US" sz="2800" b="1" dirty="0">
                <a:solidFill>
                  <a:schemeClr val="tx2"/>
                </a:solidFill>
              </a:rPr>
            </a:br>
            <a:br>
              <a:rPr lang="en-US" sz="2800" b="1" dirty="0">
                <a:solidFill>
                  <a:schemeClr val="tx2"/>
                </a:solidFill>
              </a:rPr>
            </a:br>
            <a:br>
              <a:rPr lang="en-US" sz="2800" b="1" dirty="0">
                <a:solidFill>
                  <a:srgbClr val="FFFFFF"/>
                </a:solidFill>
              </a:rPr>
            </a:br>
            <a:br>
              <a:rPr lang="en-US" sz="2800" dirty="0">
                <a:solidFill>
                  <a:srgbClr val="FFFFFF"/>
                </a:solidFill>
              </a:rPr>
            </a:br>
            <a:endParaRPr lang="en-US" sz="2800" dirty="0">
              <a:solidFill>
                <a:srgbClr val="FFFFFF"/>
              </a:solidFill>
            </a:endParaRPr>
          </a:p>
        </p:txBody>
      </p:sp>
      <p:graphicFrame>
        <p:nvGraphicFramePr>
          <p:cNvPr id="282" name="Content Placeholder 84">
            <a:extLst>
              <a:ext uri="{FF2B5EF4-FFF2-40B4-BE49-F238E27FC236}">
                <a16:creationId xmlns:a16="http://schemas.microsoft.com/office/drawing/2014/main" id="{711CEA15-45A5-D282-0063-3866A5E552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84089598"/>
              </p:ext>
            </p:extLst>
          </p:nvPr>
        </p:nvGraphicFramePr>
        <p:xfrm>
          <a:off x="4031809" y="1979342"/>
          <a:ext cx="8142478" cy="4852987"/>
        </p:xfrm>
        <a:graphic>
          <a:graphicData uri="http://schemas.openxmlformats.org/drawingml/2006/table">
            <a:tbl>
              <a:tblPr>
                <a:tableStyleId>{8FD4443E-F989-4FC4-A0C8-D5A2AF1F390B}</a:tableStyleId>
              </a:tblPr>
              <a:tblGrid>
                <a:gridCol w="2087580">
                  <a:extLst>
                    <a:ext uri="{9D8B030D-6E8A-4147-A177-3AD203B41FA5}">
                      <a16:colId xmlns:a16="http://schemas.microsoft.com/office/drawing/2014/main" val="3393060260"/>
                    </a:ext>
                  </a:extLst>
                </a:gridCol>
                <a:gridCol w="712273">
                  <a:extLst>
                    <a:ext uri="{9D8B030D-6E8A-4147-A177-3AD203B41FA5}">
                      <a16:colId xmlns:a16="http://schemas.microsoft.com/office/drawing/2014/main" val="2730958350"/>
                    </a:ext>
                  </a:extLst>
                </a:gridCol>
                <a:gridCol w="5342625">
                  <a:extLst>
                    <a:ext uri="{9D8B030D-6E8A-4147-A177-3AD203B41FA5}">
                      <a16:colId xmlns:a16="http://schemas.microsoft.com/office/drawing/2014/main" val="807859363"/>
                    </a:ext>
                  </a:extLst>
                </a:gridCol>
              </a:tblGrid>
              <a:tr h="12143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 dirty="0">
                          <a:solidFill>
                            <a:schemeClr val="bg1"/>
                          </a:solidFill>
                          <a:effectLst/>
                        </a:rPr>
                        <a:t>⭐ Experience</a:t>
                      </a:r>
                    </a:p>
                  </a:txBody>
                  <a:tcPr marL="94014" marR="67153" marT="124808" marB="134306"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 dirty="0">
                          <a:solidFill>
                            <a:schemeClr val="bg1"/>
                          </a:solidFill>
                          <a:effectLst/>
                        </a:rPr>
                        <a:t>➡️</a:t>
                      </a:r>
                    </a:p>
                  </a:txBody>
                  <a:tcPr marL="94014" marR="67153" marT="124808" marB="134306"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 dirty="0">
                          <a:solidFill>
                            <a:schemeClr val="bg1"/>
                          </a:solidFill>
                          <a:effectLst/>
                        </a:rPr>
                        <a:t>NPS • Ratings (Service / Doctor / Cleanliness)</a:t>
                      </a:r>
                    </a:p>
                  </a:txBody>
                  <a:tcPr marL="94014" marR="67153" marT="124808" marB="134306"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524397"/>
                  </a:ext>
                </a:extLst>
              </a:tr>
              <a:tr h="11311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bg1"/>
                          </a:solidFill>
                          <a:effectLst/>
                        </a:rPr>
                        <a:t>⚙️ Operational</a:t>
                      </a:r>
                    </a:p>
                  </a:txBody>
                  <a:tcPr marL="94014" marR="67153" marT="124808" marB="134306"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 dirty="0">
                          <a:solidFill>
                            <a:schemeClr val="bg1"/>
                          </a:solidFill>
                          <a:effectLst/>
                        </a:rPr>
                        <a:t>➡️</a:t>
                      </a:r>
                    </a:p>
                  </a:txBody>
                  <a:tcPr marL="94014" marR="67153" marT="124808" marB="134306"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 dirty="0">
                          <a:solidFill>
                            <a:schemeClr val="bg1"/>
                          </a:solidFill>
                          <a:effectLst/>
                        </a:rPr>
                        <a:t>Wait Time • Bed Occupancy • Queue Length</a:t>
                      </a:r>
                    </a:p>
                  </a:txBody>
                  <a:tcPr marL="94014" marR="67153" marT="124808" marB="134306"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0025414"/>
                  </a:ext>
                </a:extLst>
              </a:tr>
              <a:tr h="8358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bg1"/>
                          </a:solidFill>
                          <a:effectLst/>
                        </a:rPr>
                        <a:t>🩺 Clinical</a:t>
                      </a:r>
                    </a:p>
                  </a:txBody>
                  <a:tcPr marL="94014" marR="67153" marT="124808" marB="134306"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bg1"/>
                          </a:solidFill>
                          <a:effectLst/>
                        </a:rPr>
                        <a:t>➡️</a:t>
                      </a:r>
                    </a:p>
                  </a:txBody>
                  <a:tcPr marL="94014" marR="67153" marT="124808" marB="134306"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 dirty="0">
                          <a:solidFill>
                            <a:schemeClr val="bg1"/>
                          </a:solidFill>
                          <a:effectLst/>
                        </a:rPr>
                        <a:t>Doctor Workload • Doctor Experience</a:t>
                      </a:r>
                    </a:p>
                  </a:txBody>
                  <a:tcPr marL="94014" marR="67153" marT="124808" marB="134306"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1628538"/>
                  </a:ext>
                </a:extLst>
              </a:tr>
              <a:tr h="8358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bg1"/>
                          </a:solidFill>
                          <a:effectLst/>
                        </a:rPr>
                        <a:t>🏥 Outcome</a:t>
                      </a:r>
                    </a:p>
                  </a:txBody>
                  <a:tcPr marL="94014" marR="67153" marT="124808" marB="134306"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bg1"/>
                          </a:solidFill>
                          <a:effectLst/>
                        </a:rPr>
                        <a:t>➡️</a:t>
                      </a:r>
                    </a:p>
                  </a:txBody>
                  <a:tcPr marL="94014" marR="67153" marT="124808" marB="134306"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 dirty="0">
                          <a:solidFill>
                            <a:schemeClr val="bg1"/>
                          </a:solidFill>
                          <a:effectLst/>
                        </a:rPr>
                        <a:t>Visit Outcome • Cancellation Rate</a:t>
                      </a:r>
                    </a:p>
                  </a:txBody>
                  <a:tcPr marL="94014" marR="67153" marT="124808" marB="134306"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0372407"/>
                  </a:ext>
                </a:extLst>
              </a:tr>
              <a:tr h="8358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bg1"/>
                          </a:solidFill>
                          <a:effectLst/>
                        </a:rPr>
                        <a:t>💰 Financial</a:t>
                      </a:r>
                    </a:p>
                  </a:txBody>
                  <a:tcPr marL="94014" marR="67153" marT="124808" marB="134306"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bg1"/>
                          </a:solidFill>
                          <a:effectLst/>
                        </a:rPr>
                        <a:t>➡️</a:t>
                      </a:r>
                    </a:p>
                  </a:txBody>
                  <a:tcPr marL="94014" marR="67153" marT="124808" marB="134306"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 dirty="0">
                          <a:solidFill>
                            <a:schemeClr val="bg1"/>
                          </a:solidFill>
                          <a:effectLst/>
                        </a:rPr>
                        <a:t>Profit/Patient • LTV • Treatment Cost</a:t>
                      </a:r>
                    </a:p>
                  </a:txBody>
                  <a:tcPr marL="94014" marR="67153" marT="124808" marB="134306"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4700578"/>
                  </a:ext>
                </a:extLst>
              </a:tr>
            </a:tbl>
          </a:graphicData>
        </a:graphic>
      </p:graphicFrame>
      <p:pic>
        <p:nvPicPr>
          <p:cNvPr id="283" name="Picture 282">
            <a:extLst>
              <a:ext uri="{FF2B5EF4-FFF2-40B4-BE49-F238E27FC236}">
                <a16:creationId xmlns:a16="http://schemas.microsoft.com/office/drawing/2014/main" id="{9625D11B-F6CE-FCE1-79DA-6341895FE0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55622" y="25672"/>
            <a:ext cx="8118665" cy="1950430"/>
          </a:xfrm>
          <a:prstGeom prst="rect">
            <a:avLst/>
          </a:prstGeom>
        </p:spPr>
      </p:pic>
      <p:pic>
        <p:nvPicPr>
          <p:cNvPr id="286" name="Picture 285">
            <a:extLst>
              <a:ext uri="{FF2B5EF4-FFF2-40B4-BE49-F238E27FC236}">
                <a16:creationId xmlns:a16="http://schemas.microsoft.com/office/drawing/2014/main" id="{1B856734-9953-EEDA-FE74-D66E9C729C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618" y="3441744"/>
            <a:ext cx="2783959" cy="284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9419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9" name="Rectangle 408">
            <a:extLst>
              <a:ext uri="{FF2B5EF4-FFF2-40B4-BE49-F238E27FC236}">
                <a16:creationId xmlns:a16="http://schemas.microsoft.com/office/drawing/2014/main" id="{6697F791-5FFA-4164-899F-EB52EA72B0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0" name="Picture 2">
            <a:extLst>
              <a:ext uri="{FF2B5EF4-FFF2-40B4-BE49-F238E27FC236}">
                <a16:creationId xmlns:a16="http://schemas.microsoft.com/office/drawing/2014/main" id="{4E28A1A9-FB81-4816-AAEA-C3B430946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" y="-2"/>
            <a:ext cx="4061525" cy="6858001"/>
          </a:xfrm>
          <a:prstGeom prst="rect">
            <a:avLst/>
          </a:prstGeom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8" name="Rectangle 337">
            <a:extLst>
              <a:ext uri="{FF2B5EF4-FFF2-40B4-BE49-F238E27FC236}">
                <a16:creationId xmlns:a16="http://schemas.microsoft.com/office/drawing/2014/main" id="{B773AB25-A422-41AA-9737-5E04C1966D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853"/>
            <a:ext cx="4055621" cy="6858000"/>
          </a:xfrm>
          <a:prstGeom prst="rect">
            <a:avLst/>
          </a:prstGeom>
          <a:ln>
            <a:noFill/>
          </a:ln>
          <a:effectLst>
            <a:outerShdw blurRad="76200" dist="38100" algn="l" rotWithShape="0">
              <a:prstClr val="black">
                <a:alpha val="3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40" name="Picture 2">
            <a:extLst>
              <a:ext uri="{FF2B5EF4-FFF2-40B4-BE49-F238E27FC236}">
                <a16:creationId xmlns:a16="http://schemas.microsoft.com/office/drawing/2014/main" id="{AF0552B8-DE8C-40DF-B29F-1728E6A10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530" y="23283"/>
            <a:ext cx="4078152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3C04822-C4EA-24A9-2117-8A192D92B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658" y="618518"/>
            <a:ext cx="2780634" cy="1478570"/>
          </a:xfrm>
        </p:spPr>
        <p:txBody>
          <a:bodyPr>
            <a:normAutofit/>
          </a:bodyPr>
          <a:lstStyle/>
          <a:p>
            <a:r>
              <a:rPr lang="en-US" sz="1500" b="1" dirty="0">
                <a:solidFill>
                  <a:schemeClr val="tx2"/>
                </a:solidFill>
              </a:rPr>
              <a:t>Executive Dashboard &amp; Key Insights</a:t>
            </a:r>
            <a:br>
              <a:rPr lang="en-US" sz="1500" b="1" dirty="0">
                <a:solidFill>
                  <a:schemeClr val="tx2"/>
                </a:solidFill>
              </a:rPr>
            </a:br>
            <a:br>
              <a:rPr lang="en-US" sz="1500" b="1" dirty="0">
                <a:solidFill>
                  <a:schemeClr val="tx2"/>
                </a:solidFill>
              </a:rPr>
            </a:br>
            <a:br>
              <a:rPr lang="en-US" sz="1500" dirty="0">
                <a:solidFill>
                  <a:schemeClr val="tx2"/>
                </a:solidFill>
              </a:rPr>
            </a:br>
            <a:endParaRPr lang="en-US" sz="1500" dirty="0">
              <a:solidFill>
                <a:schemeClr val="tx2"/>
              </a:solidFill>
            </a:endParaRPr>
          </a:p>
        </p:txBody>
      </p:sp>
      <p:sp>
        <p:nvSpPr>
          <p:cNvPr id="168" name="Content Placeholder 167">
            <a:extLst>
              <a:ext uri="{FF2B5EF4-FFF2-40B4-BE49-F238E27FC236}">
                <a16:creationId xmlns:a16="http://schemas.microsoft.com/office/drawing/2014/main" id="{5F8DC10B-BB05-DE5F-43A9-CBB2EA561F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620" y="2249487"/>
            <a:ext cx="2862444" cy="39573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cap="all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Key Insights</a:t>
            </a:r>
          </a:p>
          <a:p>
            <a:endParaRPr lang="en-US" sz="1400" b="1" cap="all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342" name="Group 341">
            <a:extLst>
              <a:ext uri="{FF2B5EF4-FFF2-40B4-BE49-F238E27FC236}">
                <a16:creationId xmlns:a16="http://schemas.microsoft.com/office/drawing/2014/main" id="{6AD0D387-1584-4477-B5F8-52B50D4F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bg2"/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343" name="Rectangle 5">
              <a:extLst>
                <a:ext uri="{FF2B5EF4-FFF2-40B4-BE49-F238E27FC236}">
                  <a16:creationId xmlns:a16="http://schemas.microsoft.com/office/drawing/2014/main" id="{22C90122-8CF0-4164-B596-168DE41D39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4" name="Freeform 6">
              <a:extLst>
                <a:ext uri="{FF2B5EF4-FFF2-40B4-BE49-F238E27FC236}">
                  <a16:creationId xmlns:a16="http://schemas.microsoft.com/office/drawing/2014/main" id="{E74D534E-37A6-4D27-9C47-0B2F052783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5" name="Freeform 7">
              <a:extLst>
                <a:ext uri="{FF2B5EF4-FFF2-40B4-BE49-F238E27FC236}">
                  <a16:creationId xmlns:a16="http://schemas.microsoft.com/office/drawing/2014/main" id="{1C1C156E-D2E0-468A-9B19-79521D69BF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6" name="Freeform 8">
              <a:extLst>
                <a:ext uri="{FF2B5EF4-FFF2-40B4-BE49-F238E27FC236}">
                  <a16:creationId xmlns:a16="http://schemas.microsoft.com/office/drawing/2014/main" id="{14C97F11-4F6C-4DFF-89BC-3AEA5B7FF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7" name="Freeform 9">
              <a:extLst>
                <a:ext uri="{FF2B5EF4-FFF2-40B4-BE49-F238E27FC236}">
                  <a16:creationId xmlns:a16="http://schemas.microsoft.com/office/drawing/2014/main" id="{773C2106-77CE-42E1-839F-925EAEBB2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" name="Freeform 10">
              <a:extLst>
                <a:ext uri="{FF2B5EF4-FFF2-40B4-BE49-F238E27FC236}">
                  <a16:creationId xmlns:a16="http://schemas.microsoft.com/office/drawing/2014/main" id="{E2807D33-BD1F-4B09-8D93-63C06DB3C0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" name="Freeform 11">
              <a:extLst>
                <a:ext uri="{FF2B5EF4-FFF2-40B4-BE49-F238E27FC236}">
                  <a16:creationId xmlns:a16="http://schemas.microsoft.com/office/drawing/2014/main" id="{84BDF3E8-157B-47D1-AF8E-FE1EFF0612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0" name="Freeform 12">
              <a:extLst>
                <a:ext uri="{FF2B5EF4-FFF2-40B4-BE49-F238E27FC236}">
                  <a16:creationId xmlns:a16="http://schemas.microsoft.com/office/drawing/2014/main" id="{68B482B5-E0FD-406A-99B2-297DF33354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" name="Freeform 13">
              <a:extLst>
                <a:ext uri="{FF2B5EF4-FFF2-40B4-BE49-F238E27FC236}">
                  <a16:creationId xmlns:a16="http://schemas.microsoft.com/office/drawing/2014/main" id="{B8750F30-12E8-410B-8709-78F1EF3BBE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" name="Freeform 14">
              <a:extLst>
                <a:ext uri="{FF2B5EF4-FFF2-40B4-BE49-F238E27FC236}">
                  <a16:creationId xmlns:a16="http://schemas.microsoft.com/office/drawing/2014/main" id="{DB2D030A-4700-4CC4-A971-F119F8372C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3" name="Freeform 15">
              <a:extLst>
                <a:ext uri="{FF2B5EF4-FFF2-40B4-BE49-F238E27FC236}">
                  <a16:creationId xmlns:a16="http://schemas.microsoft.com/office/drawing/2014/main" id="{B4E516DB-F66E-4E88-8CAA-67153F5618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4" name="Line 16">
              <a:extLst>
                <a:ext uri="{FF2B5EF4-FFF2-40B4-BE49-F238E27FC236}">
                  <a16:creationId xmlns:a16="http://schemas.microsoft.com/office/drawing/2014/main" id="{DF749FDD-DD56-4DC9-A379-77E110698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5" name="Freeform 17">
              <a:extLst>
                <a:ext uri="{FF2B5EF4-FFF2-40B4-BE49-F238E27FC236}">
                  <a16:creationId xmlns:a16="http://schemas.microsoft.com/office/drawing/2014/main" id="{6AD95087-E0AF-45D3-B824-EFFCBBECD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6" name="Freeform 18">
              <a:extLst>
                <a:ext uri="{FF2B5EF4-FFF2-40B4-BE49-F238E27FC236}">
                  <a16:creationId xmlns:a16="http://schemas.microsoft.com/office/drawing/2014/main" id="{2D21010F-3DE2-4881-B9D5-3415C4E05D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7" name="Freeform 19">
              <a:extLst>
                <a:ext uri="{FF2B5EF4-FFF2-40B4-BE49-F238E27FC236}">
                  <a16:creationId xmlns:a16="http://schemas.microsoft.com/office/drawing/2014/main" id="{2AFDF4BC-8E99-4A2C-9EF2-4B98A05C2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" name="Freeform 20">
              <a:extLst>
                <a:ext uri="{FF2B5EF4-FFF2-40B4-BE49-F238E27FC236}">
                  <a16:creationId xmlns:a16="http://schemas.microsoft.com/office/drawing/2014/main" id="{BB8EAEE8-22EA-4103-A02E-5043474C4B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9" name="Rectangle 21">
              <a:extLst>
                <a:ext uri="{FF2B5EF4-FFF2-40B4-BE49-F238E27FC236}">
                  <a16:creationId xmlns:a16="http://schemas.microsoft.com/office/drawing/2014/main" id="{7148ABD2-E447-429F-B97E-86494051C1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0" name="Freeform 22">
              <a:extLst>
                <a:ext uri="{FF2B5EF4-FFF2-40B4-BE49-F238E27FC236}">
                  <a16:creationId xmlns:a16="http://schemas.microsoft.com/office/drawing/2014/main" id="{99900F4A-F8CA-456E-9FA0-34572621C0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1" name="Freeform 23">
              <a:extLst>
                <a:ext uri="{FF2B5EF4-FFF2-40B4-BE49-F238E27FC236}">
                  <a16:creationId xmlns:a16="http://schemas.microsoft.com/office/drawing/2014/main" id="{DF5CD0A9-E49B-4968-886B-41C1A66D23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2" name="Freeform 24">
              <a:extLst>
                <a:ext uri="{FF2B5EF4-FFF2-40B4-BE49-F238E27FC236}">
                  <a16:creationId xmlns:a16="http://schemas.microsoft.com/office/drawing/2014/main" id="{7E462582-7383-4272-A323-85C9D137C4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" name="Freeform 25">
              <a:extLst>
                <a:ext uri="{FF2B5EF4-FFF2-40B4-BE49-F238E27FC236}">
                  <a16:creationId xmlns:a16="http://schemas.microsoft.com/office/drawing/2014/main" id="{CB472F67-7C37-4D80-B346-DE30D44B55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4" name="Freeform 26">
              <a:extLst>
                <a:ext uri="{FF2B5EF4-FFF2-40B4-BE49-F238E27FC236}">
                  <a16:creationId xmlns:a16="http://schemas.microsoft.com/office/drawing/2014/main" id="{19A8AE83-358F-4D4E-91C7-F09E35097A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5" name="Freeform 27">
              <a:extLst>
                <a:ext uri="{FF2B5EF4-FFF2-40B4-BE49-F238E27FC236}">
                  <a16:creationId xmlns:a16="http://schemas.microsoft.com/office/drawing/2014/main" id="{C4B79436-9285-45DE-A9FB-B3DD750738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" name="Freeform 28">
              <a:extLst>
                <a:ext uri="{FF2B5EF4-FFF2-40B4-BE49-F238E27FC236}">
                  <a16:creationId xmlns:a16="http://schemas.microsoft.com/office/drawing/2014/main" id="{B0BF8BF3-C90A-483A-B61E-13D2C41FBA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7" name="Freeform 29">
              <a:extLst>
                <a:ext uri="{FF2B5EF4-FFF2-40B4-BE49-F238E27FC236}">
                  <a16:creationId xmlns:a16="http://schemas.microsoft.com/office/drawing/2014/main" id="{31011274-F329-444B-9B06-69DD2EC449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" name="Freeform 30">
              <a:extLst>
                <a:ext uri="{FF2B5EF4-FFF2-40B4-BE49-F238E27FC236}">
                  <a16:creationId xmlns:a16="http://schemas.microsoft.com/office/drawing/2014/main" id="{DB8B1D39-5B9A-4B4E-849B-A5821A2460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" name="Freeform 31">
              <a:extLst>
                <a:ext uri="{FF2B5EF4-FFF2-40B4-BE49-F238E27FC236}">
                  <a16:creationId xmlns:a16="http://schemas.microsoft.com/office/drawing/2014/main" id="{336ECD63-75C2-4A32-A31B-30BB30972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166" name="Content Placeholder 94">
            <a:extLst>
              <a:ext uri="{FF2B5EF4-FFF2-40B4-BE49-F238E27FC236}">
                <a16:creationId xmlns:a16="http://schemas.microsoft.com/office/drawing/2014/main" id="{69441583-5B43-6665-D294-CD6F1CFE604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07951864"/>
              </p:ext>
            </p:extLst>
          </p:nvPr>
        </p:nvGraphicFramePr>
        <p:xfrm>
          <a:off x="4081764" y="23283"/>
          <a:ext cx="8105473" cy="6857999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8105473">
                  <a:extLst>
                    <a:ext uri="{9D8B030D-6E8A-4147-A177-3AD203B41FA5}">
                      <a16:colId xmlns:a16="http://schemas.microsoft.com/office/drawing/2014/main" val="3009417680"/>
                    </a:ext>
                  </a:extLst>
                </a:gridCol>
              </a:tblGrid>
              <a:tr h="110896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2000" kern="1200" cap="none" spc="0" dirty="0">
                          <a:solidFill>
                            <a:schemeClr val="bg1"/>
                          </a:solidFill>
                          <a:effectLst/>
                        </a:rPr>
                        <a:t>⏰📈 Wait time ↑ → NPS ↓ 😞</a:t>
                      </a:r>
                      <a:endParaRPr lang="en-US" sz="2000" kern="1200" cap="none" spc="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30831" marR="323123" marT="215416" marB="215416"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147272"/>
                  </a:ext>
                </a:extLst>
              </a:tr>
              <a:tr h="1546689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2000" kern="1200" cap="none" spc="0" dirty="0">
                          <a:solidFill>
                            <a:schemeClr val="bg1"/>
                          </a:solidFill>
                          <a:effectLst/>
                        </a:rPr>
                        <a:t>💳🏢 Private insurance → Complaints ↑ ⚠️→ NPS ↓ 😞</a:t>
                      </a:r>
                      <a:endParaRPr lang="en-US" sz="2000" kern="1200" cap="none" spc="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30831" marR="323123" marT="215416" marB="215416"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0123920"/>
                  </a:ext>
                </a:extLst>
              </a:tr>
              <a:tr h="1546689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2000" kern="1200" cap="none" spc="0" dirty="0">
                          <a:solidFill>
                            <a:schemeClr val="bg1"/>
                          </a:solidFill>
                          <a:effectLst/>
                        </a:rPr>
                        <a:t>🚶📊 Queue length ↑ ↔ Appointment delay ↑ ↔ 👨‍⚕️📈 Doctor workload ↑</a:t>
                      </a:r>
                      <a:endParaRPr lang="en-US" sz="2000" kern="1200" cap="none" spc="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30831" marR="323123" marT="215416" marB="215416"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0080739"/>
                  </a:ext>
                </a:extLst>
              </a:tr>
              <a:tr h="1546689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2000" kern="1200" cap="none" spc="0" dirty="0">
                          <a:solidFill>
                            <a:schemeClr val="bg1"/>
                          </a:solidFill>
                          <a:effectLst/>
                        </a:rPr>
                        <a:t>🧼 Good Cleanliness &amp; staff 👍 cannot offset ⏱️ wait time 👎 </a:t>
                      </a:r>
                      <a:endParaRPr lang="en-US" sz="2000" kern="1200" cap="none" spc="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30831" marR="323123" marT="215416" marB="215416"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0402116"/>
                  </a:ext>
                </a:extLst>
              </a:tr>
              <a:tr h="110896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2000" kern="1200" cap="none" spc="0" dirty="0">
                          <a:solidFill>
                            <a:schemeClr val="bg1"/>
                          </a:solidFill>
                          <a:effectLst/>
                        </a:rPr>
                        <a:t>❌📈 Cancellation rate ↑ </a:t>
                      </a:r>
                      <a:endParaRPr lang="en-US" sz="2000" kern="1200" cap="none" spc="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30831" marR="323123" marT="215416" marB="215416"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1485007"/>
                  </a:ext>
                </a:extLst>
              </a:tr>
            </a:tbl>
          </a:graphicData>
        </a:graphic>
      </p:graphicFrame>
      <p:pic>
        <p:nvPicPr>
          <p:cNvPr id="97" name="Picture 96">
            <a:extLst>
              <a:ext uri="{FF2B5EF4-FFF2-40B4-BE49-F238E27FC236}">
                <a16:creationId xmlns:a16="http://schemas.microsoft.com/office/drawing/2014/main" id="{85F369A1-C86B-E7EC-FCB3-9E41C2DFCD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09604"/>
            <a:ext cx="4023308" cy="372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9686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3" name="Rectangle 502">
            <a:extLst>
              <a:ext uri="{FF2B5EF4-FFF2-40B4-BE49-F238E27FC236}">
                <a16:creationId xmlns:a16="http://schemas.microsoft.com/office/drawing/2014/main" id="{54B9C16B-AC4A-44ED-9075-F76549B46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05" name="Group 504">
            <a:extLst>
              <a:ext uri="{FF2B5EF4-FFF2-40B4-BE49-F238E27FC236}">
                <a16:creationId xmlns:a16="http://schemas.microsoft.com/office/drawing/2014/main" id="{62A2FEB6-F419-4684-9ABC-9E32E012E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100" y="-11384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506" name="Rectangle 5">
              <a:extLst>
                <a:ext uri="{FF2B5EF4-FFF2-40B4-BE49-F238E27FC236}">
                  <a16:creationId xmlns:a16="http://schemas.microsoft.com/office/drawing/2014/main" id="{21E24A15-28D6-4CEB-9268-0BB0BEEAF3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7" name="Freeform 6">
              <a:extLst>
                <a:ext uri="{FF2B5EF4-FFF2-40B4-BE49-F238E27FC236}">
                  <a16:creationId xmlns:a16="http://schemas.microsoft.com/office/drawing/2014/main" id="{4345933F-9633-4510-90E1-08B0E2A19E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8" name="Freeform 7">
              <a:extLst>
                <a:ext uri="{FF2B5EF4-FFF2-40B4-BE49-F238E27FC236}">
                  <a16:creationId xmlns:a16="http://schemas.microsoft.com/office/drawing/2014/main" id="{C68A48FB-1BE4-4053-A76F-5A5511BA0E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9" name="Freeform 8">
              <a:extLst>
                <a:ext uri="{FF2B5EF4-FFF2-40B4-BE49-F238E27FC236}">
                  <a16:creationId xmlns:a16="http://schemas.microsoft.com/office/drawing/2014/main" id="{8149777B-6A9F-4C95-BF44-F964645071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0" name="Freeform 9">
              <a:extLst>
                <a:ext uri="{FF2B5EF4-FFF2-40B4-BE49-F238E27FC236}">
                  <a16:creationId xmlns:a16="http://schemas.microsoft.com/office/drawing/2014/main" id="{0654845E-622A-4AD3-8F3A-6E1DEAB5FC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1" name="Freeform 10">
              <a:extLst>
                <a:ext uri="{FF2B5EF4-FFF2-40B4-BE49-F238E27FC236}">
                  <a16:creationId xmlns:a16="http://schemas.microsoft.com/office/drawing/2014/main" id="{DF1C0739-3D08-4C83-857E-B0724A6E8C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4" name="Freeform 11">
              <a:extLst>
                <a:ext uri="{FF2B5EF4-FFF2-40B4-BE49-F238E27FC236}">
                  <a16:creationId xmlns:a16="http://schemas.microsoft.com/office/drawing/2014/main" id="{D235EAA0-7D5A-453A-9643-EE7A4954EA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5" name="Freeform 12">
              <a:extLst>
                <a:ext uri="{FF2B5EF4-FFF2-40B4-BE49-F238E27FC236}">
                  <a16:creationId xmlns:a16="http://schemas.microsoft.com/office/drawing/2014/main" id="{94C6FB7C-72DE-42DE-8F58-CCE9B8F556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6" name="Freeform 13">
              <a:extLst>
                <a:ext uri="{FF2B5EF4-FFF2-40B4-BE49-F238E27FC236}">
                  <a16:creationId xmlns:a16="http://schemas.microsoft.com/office/drawing/2014/main" id="{FE31E0FE-EC8D-4EA7-BD9D-02F8C54FD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7" name="Freeform 14">
              <a:extLst>
                <a:ext uri="{FF2B5EF4-FFF2-40B4-BE49-F238E27FC236}">
                  <a16:creationId xmlns:a16="http://schemas.microsoft.com/office/drawing/2014/main" id="{69FE4B12-13E0-48F9-9E18-66406B8D3C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8" name="Freeform 15">
              <a:extLst>
                <a:ext uri="{FF2B5EF4-FFF2-40B4-BE49-F238E27FC236}">
                  <a16:creationId xmlns:a16="http://schemas.microsoft.com/office/drawing/2014/main" id="{87FAADC3-B321-43EE-B8F3-2842D84098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" name="Line 16">
              <a:extLst>
                <a:ext uri="{FF2B5EF4-FFF2-40B4-BE49-F238E27FC236}">
                  <a16:creationId xmlns:a16="http://schemas.microsoft.com/office/drawing/2014/main" id="{90461464-1683-402F-A72B-8558CC6777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0" name="Freeform 17">
              <a:extLst>
                <a:ext uri="{FF2B5EF4-FFF2-40B4-BE49-F238E27FC236}">
                  <a16:creationId xmlns:a16="http://schemas.microsoft.com/office/drawing/2014/main" id="{70F594E7-32D0-45B9-A3CF-636CF6FCBD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1" name="Freeform 18">
              <a:extLst>
                <a:ext uri="{FF2B5EF4-FFF2-40B4-BE49-F238E27FC236}">
                  <a16:creationId xmlns:a16="http://schemas.microsoft.com/office/drawing/2014/main" id="{8AEF60E1-26C2-4E3C-B839-347DDD23C3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2" name="Freeform 19">
              <a:extLst>
                <a:ext uri="{FF2B5EF4-FFF2-40B4-BE49-F238E27FC236}">
                  <a16:creationId xmlns:a16="http://schemas.microsoft.com/office/drawing/2014/main" id="{792FE54B-EE9D-4E57-B6BC-6A9196BE89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3" name="Freeform 20">
              <a:extLst>
                <a:ext uri="{FF2B5EF4-FFF2-40B4-BE49-F238E27FC236}">
                  <a16:creationId xmlns:a16="http://schemas.microsoft.com/office/drawing/2014/main" id="{72BE56DF-619D-463E-8F88-CABA09DA88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4" name="Rectangle 21">
              <a:extLst>
                <a:ext uri="{FF2B5EF4-FFF2-40B4-BE49-F238E27FC236}">
                  <a16:creationId xmlns:a16="http://schemas.microsoft.com/office/drawing/2014/main" id="{C7430457-1935-4BBF-A6A7-7C3125A02E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5" name="Freeform 22">
              <a:extLst>
                <a:ext uri="{FF2B5EF4-FFF2-40B4-BE49-F238E27FC236}">
                  <a16:creationId xmlns:a16="http://schemas.microsoft.com/office/drawing/2014/main" id="{BB006150-E547-4E84-A2B1-59131F3D53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6" name="Freeform 23">
              <a:extLst>
                <a:ext uri="{FF2B5EF4-FFF2-40B4-BE49-F238E27FC236}">
                  <a16:creationId xmlns:a16="http://schemas.microsoft.com/office/drawing/2014/main" id="{5A8CD074-956B-41A4-870B-001554B69B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7" name="Freeform 24">
              <a:extLst>
                <a:ext uri="{FF2B5EF4-FFF2-40B4-BE49-F238E27FC236}">
                  <a16:creationId xmlns:a16="http://schemas.microsoft.com/office/drawing/2014/main" id="{070C253B-974E-459F-AD0B-7057224828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8" name="Freeform 25">
              <a:extLst>
                <a:ext uri="{FF2B5EF4-FFF2-40B4-BE49-F238E27FC236}">
                  <a16:creationId xmlns:a16="http://schemas.microsoft.com/office/drawing/2014/main" id="{BBC07B3D-A631-44EA-861A-7D80383A10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" name="Freeform 26">
              <a:extLst>
                <a:ext uri="{FF2B5EF4-FFF2-40B4-BE49-F238E27FC236}">
                  <a16:creationId xmlns:a16="http://schemas.microsoft.com/office/drawing/2014/main" id="{32039DC6-B4CF-4A5A-8D17-3A568D125C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" name="Freeform 27">
              <a:extLst>
                <a:ext uri="{FF2B5EF4-FFF2-40B4-BE49-F238E27FC236}">
                  <a16:creationId xmlns:a16="http://schemas.microsoft.com/office/drawing/2014/main" id="{99E0C81F-5D8D-4AF8-BDE5-4DF75868F7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2" name="Freeform 28">
              <a:extLst>
                <a:ext uri="{FF2B5EF4-FFF2-40B4-BE49-F238E27FC236}">
                  <a16:creationId xmlns:a16="http://schemas.microsoft.com/office/drawing/2014/main" id="{0D946680-855C-41EC-BBA2-61F6F776E5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3" name="Freeform 29">
              <a:extLst>
                <a:ext uri="{FF2B5EF4-FFF2-40B4-BE49-F238E27FC236}">
                  <a16:creationId xmlns:a16="http://schemas.microsoft.com/office/drawing/2014/main" id="{E6FAD9E8-6E13-45A0-A5D6-8BCAD27B4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5" name="Freeform 30">
              <a:extLst>
                <a:ext uri="{FF2B5EF4-FFF2-40B4-BE49-F238E27FC236}">
                  <a16:creationId xmlns:a16="http://schemas.microsoft.com/office/drawing/2014/main" id="{0CCBC8FA-0581-454F-9FD1-6B6102A1A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4" name="Freeform 31">
              <a:extLst>
                <a:ext uri="{FF2B5EF4-FFF2-40B4-BE49-F238E27FC236}">
                  <a16:creationId xmlns:a16="http://schemas.microsoft.com/office/drawing/2014/main" id="{5D6C328F-65A5-41E8-86E9-E4E638CC3B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513" name="Picture 2">
            <a:extLst>
              <a:ext uri="{FF2B5EF4-FFF2-40B4-BE49-F238E27FC236}">
                <a16:creationId xmlns:a16="http://schemas.microsoft.com/office/drawing/2014/main" id="{3E94A106-9341-485C-9057-9D62B2BD08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" y="-2"/>
            <a:ext cx="4061525" cy="6858001"/>
          </a:xfrm>
          <a:prstGeom prst="rect">
            <a:avLst/>
          </a:prstGeom>
          <a:extLst>
            <a:ext uri="{909E8E84-426E-40dd-AFC4-6F175D3DCCD1}">
              <a14:hiddenFill xmlns="" xmlns:a16="http://schemas.microsoft.com/office/drawing/2014/main" xmlns:p14="http://schemas.microsoft.com/office/powerpoint/2010/main" xmlns:dgm="http://schemas.openxmlformats.org/drawingml/2006/diagram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5" name="Rectangle 514">
            <a:extLst>
              <a:ext uri="{FF2B5EF4-FFF2-40B4-BE49-F238E27FC236}">
                <a16:creationId xmlns:a16="http://schemas.microsoft.com/office/drawing/2014/main" id="{B53044DC-4918-43DA-B49D-91673C6C94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853"/>
            <a:ext cx="4055621" cy="6858000"/>
          </a:xfrm>
          <a:prstGeom prst="rect">
            <a:avLst/>
          </a:prstGeom>
          <a:ln>
            <a:noFill/>
          </a:ln>
          <a:effectLst>
            <a:outerShdw blurRad="76200" dist="38100" algn="l" rotWithShape="0">
              <a:prstClr val="black">
                <a:alpha val="3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17" name="Group 516">
            <a:extLst>
              <a:ext uri="{FF2B5EF4-FFF2-40B4-BE49-F238E27FC236}">
                <a16:creationId xmlns:a16="http://schemas.microsoft.com/office/drawing/2014/main" id="{1DCE6B36-1420-43AB-86CF-4E653A51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90" y="-9998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bg2"/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518" name="Rectangle 5">
              <a:extLst>
                <a:ext uri="{FF2B5EF4-FFF2-40B4-BE49-F238E27FC236}">
                  <a16:creationId xmlns:a16="http://schemas.microsoft.com/office/drawing/2014/main" id="{72626E0B-9628-468E-A713-011C02F602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9" name="Freeform 6">
              <a:extLst>
                <a:ext uri="{FF2B5EF4-FFF2-40B4-BE49-F238E27FC236}">
                  <a16:creationId xmlns:a16="http://schemas.microsoft.com/office/drawing/2014/main" id="{93F7977A-BD91-4B0D-9A8D-372DB67AD8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0" name="Freeform 7">
              <a:extLst>
                <a:ext uri="{FF2B5EF4-FFF2-40B4-BE49-F238E27FC236}">
                  <a16:creationId xmlns:a16="http://schemas.microsoft.com/office/drawing/2014/main" id="{9FEE6A56-01A1-404D-864E-1C2587C9AF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1" name="Freeform 8">
              <a:extLst>
                <a:ext uri="{FF2B5EF4-FFF2-40B4-BE49-F238E27FC236}">
                  <a16:creationId xmlns:a16="http://schemas.microsoft.com/office/drawing/2014/main" id="{E74DBBF2-EF6F-4E3E-B183-F8EEE76094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2" name="Freeform 9">
              <a:extLst>
                <a:ext uri="{FF2B5EF4-FFF2-40B4-BE49-F238E27FC236}">
                  <a16:creationId xmlns:a16="http://schemas.microsoft.com/office/drawing/2014/main" id="{ABCF0F27-B056-474C-A0FB-1DB747A92F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3" name="Freeform 10">
              <a:extLst>
                <a:ext uri="{FF2B5EF4-FFF2-40B4-BE49-F238E27FC236}">
                  <a16:creationId xmlns:a16="http://schemas.microsoft.com/office/drawing/2014/main" id="{0A0A5B7B-BA2A-45CC-AABE-9D5B08A5DB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4" name="Freeform 11">
              <a:extLst>
                <a:ext uri="{FF2B5EF4-FFF2-40B4-BE49-F238E27FC236}">
                  <a16:creationId xmlns:a16="http://schemas.microsoft.com/office/drawing/2014/main" id="{3C9A5D2B-1787-4954-9108-B9D497A87C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5" name="Freeform 12">
              <a:extLst>
                <a:ext uri="{FF2B5EF4-FFF2-40B4-BE49-F238E27FC236}">
                  <a16:creationId xmlns:a16="http://schemas.microsoft.com/office/drawing/2014/main" id="{818C4F8B-7556-49A7-83C6-C8F631F6A9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6" name="Freeform 13">
              <a:extLst>
                <a:ext uri="{FF2B5EF4-FFF2-40B4-BE49-F238E27FC236}">
                  <a16:creationId xmlns:a16="http://schemas.microsoft.com/office/drawing/2014/main" id="{22BED614-D078-47EA-9C72-190217FDD5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7" name="Freeform 14">
              <a:extLst>
                <a:ext uri="{FF2B5EF4-FFF2-40B4-BE49-F238E27FC236}">
                  <a16:creationId xmlns:a16="http://schemas.microsoft.com/office/drawing/2014/main" id="{73DE0BF2-86D7-4038-AC4B-AF0F116A5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8" name="Freeform 15">
              <a:extLst>
                <a:ext uri="{FF2B5EF4-FFF2-40B4-BE49-F238E27FC236}">
                  <a16:creationId xmlns:a16="http://schemas.microsoft.com/office/drawing/2014/main" id="{11D8BB55-D027-420C-9EF9-49B3BA79DC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9" name="Line 16">
              <a:extLst>
                <a:ext uri="{FF2B5EF4-FFF2-40B4-BE49-F238E27FC236}">
                  <a16:creationId xmlns:a16="http://schemas.microsoft.com/office/drawing/2014/main" id="{3FAEF5CE-07ED-46A7-9777-D86C70719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0" name="Freeform 17">
              <a:extLst>
                <a:ext uri="{FF2B5EF4-FFF2-40B4-BE49-F238E27FC236}">
                  <a16:creationId xmlns:a16="http://schemas.microsoft.com/office/drawing/2014/main" id="{29CAFB1A-357C-4313-B734-1CD4E4F9D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1" name="Freeform 18">
              <a:extLst>
                <a:ext uri="{FF2B5EF4-FFF2-40B4-BE49-F238E27FC236}">
                  <a16:creationId xmlns:a16="http://schemas.microsoft.com/office/drawing/2014/main" id="{653161D3-8634-4BB7-A2BC-028C4EAA1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2" name="Freeform 19">
              <a:extLst>
                <a:ext uri="{FF2B5EF4-FFF2-40B4-BE49-F238E27FC236}">
                  <a16:creationId xmlns:a16="http://schemas.microsoft.com/office/drawing/2014/main" id="{9537546A-6FF1-408B-AFE2-BBF7D34823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3" name="Freeform 20">
              <a:extLst>
                <a:ext uri="{FF2B5EF4-FFF2-40B4-BE49-F238E27FC236}">
                  <a16:creationId xmlns:a16="http://schemas.microsoft.com/office/drawing/2014/main" id="{F73EE662-79B7-404B-B1B8-0E096BE4CD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4" name="Rectangle 21">
              <a:extLst>
                <a:ext uri="{FF2B5EF4-FFF2-40B4-BE49-F238E27FC236}">
                  <a16:creationId xmlns:a16="http://schemas.microsoft.com/office/drawing/2014/main" id="{B6DDB906-1F52-4D64-8493-4816EDDD3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5" name="Freeform 22">
              <a:extLst>
                <a:ext uri="{FF2B5EF4-FFF2-40B4-BE49-F238E27FC236}">
                  <a16:creationId xmlns:a16="http://schemas.microsoft.com/office/drawing/2014/main" id="{4FA472A5-ABEA-4961-897B-7EB96AF09A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6" name="Freeform 23">
              <a:extLst>
                <a:ext uri="{FF2B5EF4-FFF2-40B4-BE49-F238E27FC236}">
                  <a16:creationId xmlns:a16="http://schemas.microsoft.com/office/drawing/2014/main" id="{54226E99-C38F-4456-A1F8-8897483FD9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7" name="Freeform 24">
              <a:extLst>
                <a:ext uri="{FF2B5EF4-FFF2-40B4-BE49-F238E27FC236}">
                  <a16:creationId xmlns:a16="http://schemas.microsoft.com/office/drawing/2014/main" id="{0A4A0196-A383-4629-B9A5-9C87E846C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8" name="Freeform 25">
              <a:extLst>
                <a:ext uri="{FF2B5EF4-FFF2-40B4-BE49-F238E27FC236}">
                  <a16:creationId xmlns:a16="http://schemas.microsoft.com/office/drawing/2014/main" id="{BA5E608D-2E7B-4662-A9A0-18D4E0F0DC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9" name="Freeform 26">
              <a:extLst>
                <a:ext uri="{FF2B5EF4-FFF2-40B4-BE49-F238E27FC236}">
                  <a16:creationId xmlns:a16="http://schemas.microsoft.com/office/drawing/2014/main" id="{5E211F37-790F-4BD7-B055-022AE0C2E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0" name="Freeform 27">
              <a:extLst>
                <a:ext uri="{FF2B5EF4-FFF2-40B4-BE49-F238E27FC236}">
                  <a16:creationId xmlns:a16="http://schemas.microsoft.com/office/drawing/2014/main" id="{96F375D0-232A-490A-9499-CB5FBA3FD9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1" name="Freeform 28">
              <a:extLst>
                <a:ext uri="{FF2B5EF4-FFF2-40B4-BE49-F238E27FC236}">
                  <a16:creationId xmlns:a16="http://schemas.microsoft.com/office/drawing/2014/main" id="{6B33B423-FD0F-4780-A0D6-32FC040B37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2" name="Freeform 29">
              <a:extLst>
                <a:ext uri="{FF2B5EF4-FFF2-40B4-BE49-F238E27FC236}">
                  <a16:creationId xmlns:a16="http://schemas.microsoft.com/office/drawing/2014/main" id="{B6BD1710-838F-4CDD-A000-C6C710A6A0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" name="Freeform 30">
              <a:extLst>
                <a:ext uri="{FF2B5EF4-FFF2-40B4-BE49-F238E27FC236}">
                  <a16:creationId xmlns:a16="http://schemas.microsoft.com/office/drawing/2014/main" id="{0BB93533-1C95-4B0A-B0E2-168602B085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4" name="Freeform 31">
              <a:extLst>
                <a:ext uri="{FF2B5EF4-FFF2-40B4-BE49-F238E27FC236}">
                  <a16:creationId xmlns:a16="http://schemas.microsoft.com/office/drawing/2014/main" id="{CB0B113D-1987-4D89-A475-511E092FE1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546" name="Picture 2">
            <a:extLst>
              <a:ext uri="{FF2B5EF4-FFF2-40B4-BE49-F238E27FC236}">
                <a16:creationId xmlns:a16="http://schemas.microsoft.com/office/drawing/2014/main" id="{9BE36DBF-0333-4D36-A5BF-81FDA2406F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" y="-13238"/>
            <a:ext cx="4062718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dgm="http://schemas.openxmlformats.org/drawingml/2006/diagram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68AE6FC-4D80-F088-5A76-FC2FA439D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3330" y="1134682"/>
            <a:ext cx="2743310" cy="1776992"/>
          </a:xfrm>
        </p:spPr>
        <p:txBody>
          <a:bodyPr>
            <a:normAutofit/>
          </a:bodyPr>
          <a:lstStyle/>
          <a:p>
            <a:r>
              <a:rPr lang="en-US" sz="2000" b="1" dirty="0">
                <a:solidFill>
                  <a:srgbClr val="FFFFFF"/>
                </a:solidFill>
              </a:rPr>
              <a:t>Recommendations &amp; Business Impact</a:t>
            </a:r>
            <a:br>
              <a:rPr lang="en-US" sz="2000" b="1" dirty="0">
                <a:solidFill>
                  <a:srgbClr val="FFFFFF"/>
                </a:solidFill>
              </a:rPr>
            </a:br>
            <a:br>
              <a:rPr lang="en-US" sz="2000" dirty="0">
                <a:solidFill>
                  <a:srgbClr val="FFFFFF"/>
                </a:solidFill>
              </a:rPr>
            </a:br>
            <a:r>
              <a:rPr lang="en-US" sz="2000" b="1" dirty="0">
                <a:solidFill>
                  <a:srgbClr val="FFFFFF"/>
                </a:solidFill>
              </a:rPr>
              <a:t>Action Plan</a:t>
            </a:r>
            <a:br>
              <a:rPr lang="en-US" sz="2000" b="1" dirty="0">
                <a:solidFill>
                  <a:srgbClr val="FFFFFF"/>
                </a:solidFill>
              </a:rPr>
            </a:br>
            <a:br>
              <a:rPr lang="en-US" sz="2000" b="1" dirty="0">
                <a:solidFill>
                  <a:srgbClr val="FFFFFF"/>
                </a:solidFill>
              </a:rPr>
            </a:br>
            <a:endParaRPr lang="en-US" sz="2000" dirty="0">
              <a:solidFill>
                <a:srgbClr val="FFFFFF"/>
              </a:solidFill>
            </a:endParaRPr>
          </a:p>
        </p:txBody>
      </p:sp>
      <p:graphicFrame>
        <p:nvGraphicFramePr>
          <p:cNvPr id="401" name="Content Placeholder 5">
            <a:extLst>
              <a:ext uri="{FF2B5EF4-FFF2-40B4-BE49-F238E27FC236}">
                <a16:creationId xmlns:a16="http://schemas.microsoft.com/office/drawing/2014/main" id="{26F5770C-DAF9-4355-28BA-82CC92EE12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00190146"/>
              </p:ext>
            </p:extLst>
          </p:nvPr>
        </p:nvGraphicFramePr>
        <p:xfrm>
          <a:off x="4069712" y="-25672"/>
          <a:ext cx="8153098" cy="685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53098">
                  <a:extLst>
                    <a:ext uri="{9D8B030D-6E8A-4147-A177-3AD203B41FA5}">
                      <a16:colId xmlns:a16="http://schemas.microsoft.com/office/drawing/2014/main" val="1556426527"/>
                    </a:ext>
                  </a:extLst>
                </a:gridCol>
              </a:tblGrid>
              <a:tr h="1536455"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22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86723" marR="186723" marT="116701" marB="116701"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8266815"/>
                  </a:ext>
                </a:extLst>
              </a:tr>
              <a:tr h="9729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solidFill>
                            <a:schemeClr val="bg1"/>
                          </a:solidFill>
                          <a:effectLst/>
                        </a:rPr>
                        <a:t>🎯 Add peak-hour nurses + dedicated fast lane</a:t>
                      </a:r>
                    </a:p>
                  </a:txBody>
                  <a:tcPr marL="186723" marR="112034" marT="116701" marB="116701"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6870587"/>
                  </a:ext>
                </a:extLst>
              </a:tr>
              <a:tr h="14296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>
                          <a:solidFill>
                            <a:schemeClr val="bg1"/>
                          </a:solidFill>
                          <a:effectLst/>
                        </a:rPr>
                        <a:t>👑 Premium track + senior doctors + faster billing</a:t>
                      </a:r>
                    </a:p>
                  </a:txBody>
                  <a:tcPr marL="186723" marR="112034" marT="116701" marB="116701"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9893820"/>
                  </a:ext>
                </a:extLst>
              </a:tr>
              <a:tr h="9729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>
                          <a:solidFill>
                            <a:schemeClr val="bg1"/>
                          </a:solidFill>
                          <a:effectLst/>
                        </a:rPr>
                        <a:t>🔄 Optimize scheduling + balance patient load</a:t>
                      </a:r>
                    </a:p>
                  </a:txBody>
                  <a:tcPr marL="186723" marR="112034" marT="116701" marB="116701"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1563867"/>
                  </a:ext>
                </a:extLst>
              </a:tr>
              <a:tr h="9729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solidFill>
                            <a:schemeClr val="bg1"/>
                          </a:solidFill>
                          <a:effectLst/>
                        </a:rPr>
                        <a:t>⏱️ Prioritize wait time reduction first</a:t>
                      </a:r>
                    </a:p>
                  </a:txBody>
                  <a:tcPr marL="186723" marR="112034" marT="116701" marB="116701"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843856"/>
                  </a:ext>
                </a:extLst>
              </a:tr>
              <a:tr h="9729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>
                          <a:solidFill>
                            <a:schemeClr val="bg1"/>
                          </a:solidFill>
                          <a:effectLst/>
                        </a:rPr>
                        <a:t>📱 Auto reminders + 📚 Overbook Handle</a:t>
                      </a:r>
                    </a:p>
                  </a:txBody>
                  <a:tcPr marL="186723" marR="112034" marT="116701" marB="116701"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715609"/>
                  </a:ext>
                </a:extLst>
              </a:tr>
            </a:tbl>
          </a:graphicData>
        </a:graphic>
      </p:graphicFrame>
      <p:pic>
        <p:nvPicPr>
          <p:cNvPr id="467" name="Picture 466">
            <a:extLst>
              <a:ext uri="{FF2B5EF4-FFF2-40B4-BE49-F238E27FC236}">
                <a16:creationId xmlns:a16="http://schemas.microsoft.com/office/drawing/2014/main" id="{6D49B174-D3FC-C0ED-DCEE-00BDF077C7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5621" y="0"/>
            <a:ext cx="8178246" cy="1599929"/>
          </a:xfrm>
          <a:prstGeom prst="rect">
            <a:avLst/>
          </a:prstGeom>
        </p:spPr>
      </p:pic>
      <p:pic>
        <p:nvPicPr>
          <p:cNvPr id="545" name="Picture 544">
            <a:extLst>
              <a:ext uri="{FF2B5EF4-FFF2-40B4-BE49-F238E27FC236}">
                <a16:creationId xmlns:a16="http://schemas.microsoft.com/office/drawing/2014/main" id="{91BD1677-1EE2-4084-4663-AAE4DAEA03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867" y="2763662"/>
            <a:ext cx="4048769" cy="4068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9101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8" name="Rectangle 107">
            <a:extLst>
              <a:ext uri="{FF2B5EF4-FFF2-40B4-BE49-F238E27FC236}">
                <a16:creationId xmlns:a16="http://schemas.microsoft.com/office/drawing/2014/main" id="{54B9C16B-AC4A-44ED-9075-F76549B46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62A2FEB6-F419-4684-9ABC-9E32E012E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100" y="-11384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81" name="Rectangle 5">
              <a:extLst>
                <a:ext uri="{FF2B5EF4-FFF2-40B4-BE49-F238E27FC236}">
                  <a16:creationId xmlns:a16="http://schemas.microsoft.com/office/drawing/2014/main" id="{21E24A15-28D6-4CEB-9268-0BB0BEEAF3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Freeform 6">
              <a:extLst>
                <a:ext uri="{FF2B5EF4-FFF2-40B4-BE49-F238E27FC236}">
                  <a16:creationId xmlns:a16="http://schemas.microsoft.com/office/drawing/2014/main" id="{4345933F-9633-4510-90E1-08B0E2A19E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Freeform 7">
              <a:extLst>
                <a:ext uri="{FF2B5EF4-FFF2-40B4-BE49-F238E27FC236}">
                  <a16:creationId xmlns:a16="http://schemas.microsoft.com/office/drawing/2014/main" id="{C68A48FB-1BE4-4053-A76F-5A5511BA0E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Freeform 8">
              <a:extLst>
                <a:ext uri="{FF2B5EF4-FFF2-40B4-BE49-F238E27FC236}">
                  <a16:creationId xmlns:a16="http://schemas.microsoft.com/office/drawing/2014/main" id="{8149777B-6A9F-4C95-BF44-F964645071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Freeform 9">
              <a:extLst>
                <a:ext uri="{FF2B5EF4-FFF2-40B4-BE49-F238E27FC236}">
                  <a16:creationId xmlns:a16="http://schemas.microsoft.com/office/drawing/2014/main" id="{0654845E-622A-4AD3-8F3A-6E1DEAB5FC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Freeform 10">
              <a:extLst>
                <a:ext uri="{FF2B5EF4-FFF2-40B4-BE49-F238E27FC236}">
                  <a16:creationId xmlns:a16="http://schemas.microsoft.com/office/drawing/2014/main" id="{DF1C0739-3D08-4C83-857E-B0724A6E8C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Freeform 11">
              <a:extLst>
                <a:ext uri="{FF2B5EF4-FFF2-40B4-BE49-F238E27FC236}">
                  <a16:creationId xmlns:a16="http://schemas.microsoft.com/office/drawing/2014/main" id="{D235EAA0-7D5A-453A-9643-EE7A4954EA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Freeform 12">
              <a:extLst>
                <a:ext uri="{FF2B5EF4-FFF2-40B4-BE49-F238E27FC236}">
                  <a16:creationId xmlns:a16="http://schemas.microsoft.com/office/drawing/2014/main" id="{94C6FB7C-72DE-42DE-8F58-CCE9B8F556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Freeform 13">
              <a:extLst>
                <a:ext uri="{FF2B5EF4-FFF2-40B4-BE49-F238E27FC236}">
                  <a16:creationId xmlns:a16="http://schemas.microsoft.com/office/drawing/2014/main" id="{FE31E0FE-EC8D-4EA7-BD9D-02F8C54FD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Freeform 14">
              <a:extLst>
                <a:ext uri="{FF2B5EF4-FFF2-40B4-BE49-F238E27FC236}">
                  <a16:creationId xmlns:a16="http://schemas.microsoft.com/office/drawing/2014/main" id="{69FE4B12-13E0-48F9-9E18-66406B8D3C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Freeform 15">
              <a:extLst>
                <a:ext uri="{FF2B5EF4-FFF2-40B4-BE49-F238E27FC236}">
                  <a16:creationId xmlns:a16="http://schemas.microsoft.com/office/drawing/2014/main" id="{87FAADC3-B321-43EE-B8F3-2842D84098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Line 16">
              <a:extLst>
                <a:ext uri="{FF2B5EF4-FFF2-40B4-BE49-F238E27FC236}">
                  <a16:creationId xmlns:a16="http://schemas.microsoft.com/office/drawing/2014/main" id="{90461464-1683-402F-A72B-8558CC6777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Freeform 17">
              <a:extLst>
                <a:ext uri="{FF2B5EF4-FFF2-40B4-BE49-F238E27FC236}">
                  <a16:creationId xmlns:a16="http://schemas.microsoft.com/office/drawing/2014/main" id="{70F594E7-32D0-45B9-A3CF-636CF6FCBD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Freeform 18">
              <a:extLst>
                <a:ext uri="{FF2B5EF4-FFF2-40B4-BE49-F238E27FC236}">
                  <a16:creationId xmlns:a16="http://schemas.microsoft.com/office/drawing/2014/main" id="{8AEF60E1-26C2-4E3C-B839-347DDD23C3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Freeform 19">
              <a:extLst>
                <a:ext uri="{FF2B5EF4-FFF2-40B4-BE49-F238E27FC236}">
                  <a16:creationId xmlns:a16="http://schemas.microsoft.com/office/drawing/2014/main" id="{792FE54B-EE9D-4E57-B6BC-6A9196BE89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Freeform 20">
              <a:extLst>
                <a:ext uri="{FF2B5EF4-FFF2-40B4-BE49-F238E27FC236}">
                  <a16:creationId xmlns:a16="http://schemas.microsoft.com/office/drawing/2014/main" id="{72BE56DF-619D-463E-8F88-CABA09DA88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Rectangle 21">
              <a:extLst>
                <a:ext uri="{FF2B5EF4-FFF2-40B4-BE49-F238E27FC236}">
                  <a16:creationId xmlns:a16="http://schemas.microsoft.com/office/drawing/2014/main" id="{C7430457-1935-4BBF-A6A7-7C3125A02E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Freeform 22">
              <a:extLst>
                <a:ext uri="{FF2B5EF4-FFF2-40B4-BE49-F238E27FC236}">
                  <a16:creationId xmlns:a16="http://schemas.microsoft.com/office/drawing/2014/main" id="{BB006150-E547-4E84-A2B1-59131F3D53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Freeform 23">
              <a:extLst>
                <a:ext uri="{FF2B5EF4-FFF2-40B4-BE49-F238E27FC236}">
                  <a16:creationId xmlns:a16="http://schemas.microsoft.com/office/drawing/2014/main" id="{5A8CD074-956B-41A4-870B-001554B69B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Freeform 24">
              <a:extLst>
                <a:ext uri="{FF2B5EF4-FFF2-40B4-BE49-F238E27FC236}">
                  <a16:creationId xmlns:a16="http://schemas.microsoft.com/office/drawing/2014/main" id="{070C253B-974E-459F-AD0B-7057224828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Freeform 25">
              <a:extLst>
                <a:ext uri="{FF2B5EF4-FFF2-40B4-BE49-F238E27FC236}">
                  <a16:creationId xmlns:a16="http://schemas.microsoft.com/office/drawing/2014/main" id="{BBC07B3D-A631-44EA-861A-7D80383A10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Freeform 26">
              <a:extLst>
                <a:ext uri="{FF2B5EF4-FFF2-40B4-BE49-F238E27FC236}">
                  <a16:creationId xmlns:a16="http://schemas.microsoft.com/office/drawing/2014/main" id="{32039DC6-B4CF-4A5A-8D17-3A568D125C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Freeform 27">
              <a:extLst>
                <a:ext uri="{FF2B5EF4-FFF2-40B4-BE49-F238E27FC236}">
                  <a16:creationId xmlns:a16="http://schemas.microsoft.com/office/drawing/2014/main" id="{99E0C81F-5D8D-4AF8-BDE5-4DF75868F7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" name="Freeform 28">
              <a:extLst>
                <a:ext uri="{FF2B5EF4-FFF2-40B4-BE49-F238E27FC236}">
                  <a16:creationId xmlns:a16="http://schemas.microsoft.com/office/drawing/2014/main" id="{0D946680-855C-41EC-BBA2-61F6F776E5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" name="Freeform 29">
              <a:extLst>
                <a:ext uri="{FF2B5EF4-FFF2-40B4-BE49-F238E27FC236}">
                  <a16:creationId xmlns:a16="http://schemas.microsoft.com/office/drawing/2014/main" id="{E6FAD9E8-6E13-45A0-A5D6-8BCAD27B4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" name="Freeform 30">
              <a:extLst>
                <a:ext uri="{FF2B5EF4-FFF2-40B4-BE49-F238E27FC236}">
                  <a16:creationId xmlns:a16="http://schemas.microsoft.com/office/drawing/2014/main" id="{0CCBC8FA-0581-454F-9FD1-6B6102A1A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" name="Freeform 31">
              <a:extLst>
                <a:ext uri="{FF2B5EF4-FFF2-40B4-BE49-F238E27FC236}">
                  <a16:creationId xmlns:a16="http://schemas.microsoft.com/office/drawing/2014/main" id="{5D6C328F-65A5-41E8-86E9-E4E638CC3B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09" name="Picture 2">
            <a:extLst>
              <a:ext uri="{FF2B5EF4-FFF2-40B4-BE49-F238E27FC236}">
                <a16:creationId xmlns:a16="http://schemas.microsoft.com/office/drawing/2014/main" id="{3E94A106-9341-485C-9057-9D62B2BD08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" y="-2"/>
            <a:ext cx="4061525" cy="6858001"/>
          </a:xfrm>
          <a:prstGeom prst="rect">
            <a:avLst/>
          </a:prstGeom>
          <a:extLst>
            <a:ext uri="{909E8E84-426E-40dd-AFC4-6F175D3DCCD1}">
              <a14:hiddenFill xmlns="" xmlns:a16="http://schemas.microsoft.com/office/drawing/2014/main" xmlns:p14="http://schemas.microsoft.com/office/powerpoint/2010/main" xmlns:dgm="http://schemas.openxmlformats.org/drawingml/2006/diagram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1" name="Rectangle 110">
            <a:extLst>
              <a:ext uri="{FF2B5EF4-FFF2-40B4-BE49-F238E27FC236}">
                <a16:creationId xmlns:a16="http://schemas.microsoft.com/office/drawing/2014/main" id="{B53044DC-4918-43DA-B49D-91673C6C94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853"/>
            <a:ext cx="4055621" cy="6858000"/>
          </a:xfrm>
          <a:prstGeom prst="rect">
            <a:avLst/>
          </a:prstGeom>
          <a:ln>
            <a:noFill/>
          </a:ln>
          <a:effectLst>
            <a:outerShdw blurRad="76200" dist="38100" algn="l" rotWithShape="0">
              <a:prstClr val="black">
                <a:alpha val="3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1DCE6B36-1420-43AB-86CF-4E653A51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90" y="-9998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bg2"/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14" name="Rectangle 5">
              <a:extLst>
                <a:ext uri="{FF2B5EF4-FFF2-40B4-BE49-F238E27FC236}">
                  <a16:creationId xmlns:a16="http://schemas.microsoft.com/office/drawing/2014/main" id="{72626E0B-9628-468E-A713-011C02F602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" name="Freeform 6">
              <a:extLst>
                <a:ext uri="{FF2B5EF4-FFF2-40B4-BE49-F238E27FC236}">
                  <a16:creationId xmlns:a16="http://schemas.microsoft.com/office/drawing/2014/main" id="{93F7977A-BD91-4B0D-9A8D-372DB67AD8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" name="Freeform 7">
              <a:extLst>
                <a:ext uri="{FF2B5EF4-FFF2-40B4-BE49-F238E27FC236}">
                  <a16:creationId xmlns:a16="http://schemas.microsoft.com/office/drawing/2014/main" id="{9FEE6A56-01A1-404D-864E-1C2587C9AF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" name="Freeform 8">
              <a:extLst>
                <a:ext uri="{FF2B5EF4-FFF2-40B4-BE49-F238E27FC236}">
                  <a16:creationId xmlns:a16="http://schemas.microsoft.com/office/drawing/2014/main" id="{E74DBBF2-EF6F-4E3E-B183-F8EEE76094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" name="Freeform 9">
              <a:extLst>
                <a:ext uri="{FF2B5EF4-FFF2-40B4-BE49-F238E27FC236}">
                  <a16:creationId xmlns:a16="http://schemas.microsoft.com/office/drawing/2014/main" id="{ABCF0F27-B056-474C-A0FB-1DB747A92F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" name="Freeform 10">
              <a:extLst>
                <a:ext uri="{FF2B5EF4-FFF2-40B4-BE49-F238E27FC236}">
                  <a16:creationId xmlns:a16="http://schemas.microsoft.com/office/drawing/2014/main" id="{0A0A5B7B-BA2A-45CC-AABE-9D5B08A5DB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" name="Freeform 11">
              <a:extLst>
                <a:ext uri="{FF2B5EF4-FFF2-40B4-BE49-F238E27FC236}">
                  <a16:creationId xmlns:a16="http://schemas.microsoft.com/office/drawing/2014/main" id="{3C9A5D2B-1787-4954-9108-B9D497A87C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1" name="Freeform 12">
              <a:extLst>
                <a:ext uri="{FF2B5EF4-FFF2-40B4-BE49-F238E27FC236}">
                  <a16:creationId xmlns:a16="http://schemas.microsoft.com/office/drawing/2014/main" id="{818C4F8B-7556-49A7-83C6-C8F631F6A9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" name="Freeform 13">
              <a:extLst>
                <a:ext uri="{FF2B5EF4-FFF2-40B4-BE49-F238E27FC236}">
                  <a16:creationId xmlns:a16="http://schemas.microsoft.com/office/drawing/2014/main" id="{22BED614-D078-47EA-9C72-190217FDD5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" name="Freeform 14">
              <a:extLst>
                <a:ext uri="{FF2B5EF4-FFF2-40B4-BE49-F238E27FC236}">
                  <a16:creationId xmlns:a16="http://schemas.microsoft.com/office/drawing/2014/main" id="{73DE0BF2-86D7-4038-AC4B-AF0F116A5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" name="Freeform 15">
              <a:extLst>
                <a:ext uri="{FF2B5EF4-FFF2-40B4-BE49-F238E27FC236}">
                  <a16:creationId xmlns:a16="http://schemas.microsoft.com/office/drawing/2014/main" id="{11D8BB55-D027-420C-9EF9-49B3BA79DC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5" name="Line 16">
              <a:extLst>
                <a:ext uri="{FF2B5EF4-FFF2-40B4-BE49-F238E27FC236}">
                  <a16:creationId xmlns:a16="http://schemas.microsoft.com/office/drawing/2014/main" id="{3FAEF5CE-07ED-46A7-9777-D86C70719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6" name="Freeform 17">
              <a:extLst>
                <a:ext uri="{FF2B5EF4-FFF2-40B4-BE49-F238E27FC236}">
                  <a16:creationId xmlns:a16="http://schemas.microsoft.com/office/drawing/2014/main" id="{29CAFB1A-357C-4313-B734-1CD4E4F9D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7" name="Freeform 18">
              <a:extLst>
                <a:ext uri="{FF2B5EF4-FFF2-40B4-BE49-F238E27FC236}">
                  <a16:creationId xmlns:a16="http://schemas.microsoft.com/office/drawing/2014/main" id="{653161D3-8634-4BB7-A2BC-028C4EAA1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" name="Freeform 19">
              <a:extLst>
                <a:ext uri="{FF2B5EF4-FFF2-40B4-BE49-F238E27FC236}">
                  <a16:creationId xmlns:a16="http://schemas.microsoft.com/office/drawing/2014/main" id="{9537546A-6FF1-408B-AFE2-BBF7D34823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9" name="Freeform 20">
              <a:extLst>
                <a:ext uri="{FF2B5EF4-FFF2-40B4-BE49-F238E27FC236}">
                  <a16:creationId xmlns:a16="http://schemas.microsoft.com/office/drawing/2014/main" id="{F73EE662-79B7-404B-B1B8-0E096BE4CD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0" name="Rectangle 21">
              <a:extLst>
                <a:ext uri="{FF2B5EF4-FFF2-40B4-BE49-F238E27FC236}">
                  <a16:creationId xmlns:a16="http://schemas.microsoft.com/office/drawing/2014/main" id="{B6DDB906-1F52-4D64-8493-4816EDDD3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1" name="Freeform 22">
              <a:extLst>
                <a:ext uri="{FF2B5EF4-FFF2-40B4-BE49-F238E27FC236}">
                  <a16:creationId xmlns:a16="http://schemas.microsoft.com/office/drawing/2014/main" id="{4FA472A5-ABEA-4961-897B-7EB96AF09A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2" name="Freeform 23">
              <a:extLst>
                <a:ext uri="{FF2B5EF4-FFF2-40B4-BE49-F238E27FC236}">
                  <a16:creationId xmlns:a16="http://schemas.microsoft.com/office/drawing/2014/main" id="{54226E99-C38F-4456-A1F8-8897483FD9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" name="Freeform 24">
              <a:extLst>
                <a:ext uri="{FF2B5EF4-FFF2-40B4-BE49-F238E27FC236}">
                  <a16:creationId xmlns:a16="http://schemas.microsoft.com/office/drawing/2014/main" id="{0A4A0196-A383-4629-B9A5-9C87E846C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" name="Freeform 25">
              <a:extLst>
                <a:ext uri="{FF2B5EF4-FFF2-40B4-BE49-F238E27FC236}">
                  <a16:creationId xmlns:a16="http://schemas.microsoft.com/office/drawing/2014/main" id="{BA5E608D-2E7B-4662-A9A0-18D4E0F0DC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" name="Freeform 26">
              <a:extLst>
                <a:ext uri="{FF2B5EF4-FFF2-40B4-BE49-F238E27FC236}">
                  <a16:creationId xmlns:a16="http://schemas.microsoft.com/office/drawing/2014/main" id="{5E211F37-790F-4BD7-B055-022AE0C2E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" name="Freeform 27">
              <a:extLst>
                <a:ext uri="{FF2B5EF4-FFF2-40B4-BE49-F238E27FC236}">
                  <a16:creationId xmlns:a16="http://schemas.microsoft.com/office/drawing/2014/main" id="{96F375D0-232A-490A-9499-CB5FBA3FD9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" name="Freeform 28">
              <a:extLst>
                <a:ext uri="{FF2B5EF4-FFF2-40B4-BE49-F238E27FC236}">
                  <a16:creationId xmlns:a16="http://schemas.microsoft.com/office/drawing/2014/main" id="{6B33B423-FD0F-4780-A0D6-32FC040B37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" name="Freeform 29">
              <a:extLst>
                <a:ext uri="{FF2B5EF4-FFF2-40B4-BE49-F238E27FC236}">
                  <a16:creationId xmlns:a16="http://schemas.microsoft.com/office/drawing/2014/main" id="{B6BD1710-838F-4CDD-A000-C6C710A6A0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" name="Freeform 30">
              <a:extLst>
                <a:ext uri="{FF2B5EF4-FFF2-40B4-BE49-F238E27FC236}">
                  <a16:creationId xmlns:a16="http://schemas.microsoft.com/office/drawing/2014/main" id="{0BB93533-1C95-4B0A-B0E2-168602B085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0" name="Freeform 31">
              <a:extLst>
                <a:ext uri="{FF2B5EF4-FFF2-40B4-BE49-F238E27FC236}">
                  <a16:creationId xmlns:a16="http://schemas.microsoft.com/office/drawing/2014/main" id="{CB0B113D-1987-4D89-A475-511E092FE1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42" name="Picture 2">
            <a:extLst>
              <a:ext uri="{FF2B5EF4-FFF2-40B4-BE49-F238E27FC236}">
                <a16:creationId xmlns:a16="http://schemas.microsoft.com/office/drawing/2014/main" id="{9BE36DBF-0333-4D36-A5BF-81FDA2406F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" y="-13238"/>
            <a:ext cx="4062718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dgm="http://schemas.openxmlformats.org/drawingml/2006/diagram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6310190-5798-A9E2-7476-D077AA992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3330" y="264694"/>
            <a:ext cx="2743310" cy="2574759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What We Delivered</a:t>
            </a:r>
            <a:br>
              <a:rPr lang="en-US" b="1" dirty="0">
                <a:solidFill>
                  <a:schemeClr val="tx2"/>
                </a:solidFill>
              </a:rPr>
            </a:br>
            <a:endParaRPr lang="en-US" dirty="0">
              <a:solidFill>
                <a:schemeClr val="tx2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98820F4-BB4F-5614-C88D-CC522FBD6F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58706515"/>
              </p:ext>
            </p:extLst>
          </p:nvPr>
        </p:nvGraphicFramePr>
        <p:xfrm>
          <a:off x="4069713" y="-13239"/>
          <a:ext cx="8061712" cy="6845567"/>
        </p:xfrm>
        <a:graphic>
          <a:graphicData uri="http://schemas.openxmlformats.org/drawingml/2006/table">
            <a:tbl>
              <a:tblPr/>
              <a:tblGrid>
                <a:gridCol w="3545530">
                  <a:extLst>
                    <a:ext uri="{9D8B030D-6E8A-4147-A177-3AD203B41FA5}">
                      <a16:colId xmlns:a16="http://schemas.microsoft.com/office/drawing/2014/main" val="3774262267"/>
                    </a:ext>
                  </a:extLst>
                </a:gridCol>
                <a:gridCol w="4516182">
                  <a:extLst>
                    <a:ext uri="{9D8B030D-6E8A-4147-A177-3AD203B41FA5}">
                      <a16:colId xmlns:a16="http://schemas.microsoft.com/office/drawing/2014/main" val="356083630"/>
                    </a:ext>
                  </a:extLst>
                </a:gridCol>
              </a:tblGrid>
              <a:tr h="13647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</a:rPr>
                        <a:t>📊 Data Analysis</a:t>
                      </a:r>
                    </a:p>
                  </a:txBody>
                  <a:tcPr marL="103101" marR="171835" marT="107397" marB="1073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Full analysis of patient's data across all branches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71835" marR="103101" marT="107397" marB="1073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3940000"/>
                  </a:ext>
                </a:extLst>
              </a:tr>
              <a:tr h="18521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</a:rPr>
                        <a:t>🔍 Key Insights</a:t>
                      </a:r>
                    </a:p>
                  </a:txBody>
                  <a:tcPr marL="103101" marR="171835" marT="107397" marB="1073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key drivers of satisfaction &amp; cancellations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71835" marR="103101" marT="107397" marB="1073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609318"/>
                  </a:ext>
                </a:extLst>
              </a:tr>
              <a:tr h="18521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</a:rPr>
                        <a:t>🗺️ Action Plan</a:t>
                      </a:r>
                    </a:p>
                  </a:txBody>
                  <a:tcPr marL="103101" marR="171835" marT="107397" marB="1073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b="0" i="0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Clear action plan (Immediate → Short → Long term)</a:t>
                      </a:r>
                      <a:endParaRPr lang="en-US" sz="20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71835" marR="103101" marT="107397" marB="1073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9320643"/>
                  </a:ext>
                </a:extLst>
              </a:tr>
              <a:tr h="17765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</a:rPr>
                        <a:t>💰 Business Impact</a:t>
                      </a:r>
                    </a:p>
                  </a:txBody>
                  <a:tcPr marL="103101" marR="171835" marT="107397" marB="1073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Roadmap for operational &amp; financial improvement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71835" marR="103101" marT="107397" marB="1073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6153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0D4B9982-28C9-DEA4-B499-343DF28DCB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70" y="2804183"/>
            <a:ext cx="3996237" cy="4028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2051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2" name="Group 301">
            <a:extLst>
              <a:ext uri="{FF2B5EF4-FFF2-40B4-BE49-F238E27FC236}">
                <a16:creationId xmlns:a16="http://schemas.microsoft.com/office/drawing/2014/main" id="{8E1DDAD8-1D10-4640-A034-BE90015E37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303" name="Rectangle 302">
              <a:extLst>
                <a:ext uri="{FF2B5EF4-FFF2-40B4-BE49-F238E27FC236}">
                  <a16:creationId xmlns:a16="http://schemas.microsoft.com/office/drawing/2014/main" id="{52FE7688-721D-4A97-B007-BDE056094D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44" name="Picture 2">
              <a:extLst>
                <a:ext uri="{FF2B5EF4-FFF2-40B4-BE49-F238E27FC236}">
                  <a16:creationId xmlns:a16="http://schemas.microsoft.com/office/drawing/2014/main" id="{9E73A810-8571-4A9D-A3CB-336933AB4C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="" xmlns:a16="http://schemas.microsoft.com/office/drawing/2014/main" xmlns:a14="http://schemas.microsoft.com/office/drawing/2010/main" xmlns:p14="http://schemas.microsoft.com/office/powerpoint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07635BB-BE1D-598F-3B5A-D7A3179D4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62519" y="618518"/>
            <a:ext cx="3084891" cy="1478570"/>
          </a:xfrm>
        </p:spPr>
        <p:txBody>
          <a:bodyPr>
            <a:normAutofit/>
          </a:bodyPr>
          <a:lstStyle/>
          <a:p>
            <a:r>
              <a:rPr lang="en-US" sz="2500" i="1" dirty="0">
                <a:solidFill>
                  <a:schemeClr val="bg2"/>
                </a:solidFill>
              </a:rPr>
              <a:t>Better data. Better decisions. Better care.</a:t>
            </a:r>
            <a:endParaRPr lang="en-US" sz="2500" dirty="0">
              <a:solidFill>
                <a:schemeClr val="bg2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9D821B-C8D8-A52F-A518-05FB99EFAE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69" r="-2" b="-2"/>
          <a:stretch>
            <a:fillRect/>
          </a:stretch>
        </p:blipFill>
        <p:spPr>
          <a:xfrm>
            <a:off x="-5597" y="10"/>
            <a:ext cx="7558541" cy="6857990"/>
          </a:xfrm>
          <a:prstGeom prst="rect">
            <a:avLst/>
          </a:prstGeom>
        </p:spPr>
      </p:pic>
      <p:grpSp>
        <p:nvGrpSpPr>
          <p:cNvPr id="304" name="Group 303">
            <a:extLst>
              <a:ext uri="{FF2B5EF4-FFF2-40B4-BE49-F238E27FC236}">
                <a16:creationId xmlns:a16="http://schemas.microsoft.com/office/drawing/2014/main" id="{FD642FB6-2808-4BC5-AE0B-7302C24B7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solidFill>
            <a:schemeClr val="tx1">
              <a:alpha val="70000"/>
            </a:schemeClr>
          </a:solidFill>
          <a:effectLst/>
        </p:grpSpPr>
        <p:sp>
          <p:nvSpPr>
            <p:cNvPr id="305" name="Rectangle 304">
              <a:extLst>
                <a:ext uri="{FF2B5EF4-FFF2-40B4-BE49-F238E27FC236}">
                  <a16:creationId xmlns:a16="http://schemas.microsoft.com/office/drawing/2014/main" id="{0B0B8F04-D9A7-48E5-A29C-51A66B59D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6" name="Freeform 6">
              <a:extLst>
                <a:ext uri="{FF2B5EF4-FFF2-40B4-BE49-F238E27FC236}">
                  <a16:creationId xmlns:a16="http://schemas.microsoft.com/office/drawing/2014/main" id="{D6D18883-6BFF-42BB-8088-FCCF83F9CF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" name="Freeform 7">
              <a:extLst>
                <a:ext uri="{FF2B5EF4-FFF2-40B4-BE49-F238E27FC236}">
                  <a16:creationId xmlns:a16="http://schemas.microsoft.com/office/drawing/2014/main" id="{1D0FEFB3-A009-4D0F-9107-C0B17786FB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" name="Rectangle 307">
              <a:extLst>
                <a:ext uri="{FF2B5EF4-FFF2-40B4-BE49-F238E27FC236}">
                  <a16:creationId xmlns:a16="http://schemas.microsoft.com/office/drawing/2014/main" id="{78E86C7F-B981-4448-8A1A-856F7124FF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9" name="Freeform 9">
              <a:extLst>
                <a:ext uri="{FF2B5EF4-FFF2-40B4-BE49-F238E27FC236}">
                  <a16:creationId xmlns:a16="http://schemas.microsoft.com/office/drawing/2014/main" id="{4C6CFFD9-BA00-4184-8310-5FC955095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0" name="Freeform 10">
              <a:extLst>
                <a:ext uri="{FF2B5EF4-FFF2-40B4-BE49-F238E27FC236}">
                  <a16:creationId xmlns:a16="http://schemas.microsoft.com/office/drawing/2014/main" id="{A1892DF3-4848-496C-8664-DFD32EE250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1" name="Freeform 11">
              <a:extLst>
                <a:ext uri="{FF2B5EF4-FFF2-40B4-BE49-F238E27FC236}">
                  <a16:creationId xmlns:a16="http://schemas.microsoft.com/office/drawing/2014/main" id="{D6DB8C30-651E-4D8F-A70C-163FC58427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2" name="Freeform 12">
              <a:extLst>
                <a:ext uri="{FF2B5EF4-FFF2-40B4-BE49-F238E27FC236}">
                  <a16:creationId xmlns:a16="http://schemas.microsoft.com/office/drawing/2014/main" id="{563DFB81-F969-4F44-BA6C-634795642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3" name="Freeform 13">
              <a:extLst>
                <a:ext uri="{FF2B5EF4-FFF2-40B4-BE49-F238E27FC236}">
                  <a16:creationId xmlns:a16="http://schemas.microsoft.com/office/drawing/2014/main" id="{8E5DE346-AFCA-40DA-B5E2-93A86EA54C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4" name="Freeform 14">
              <a:extLst>
                <a:ext uri="{FF2B5EF4-FFF2-40B4-BE49-F238E27FC236}">
                  <a16:creationId xmlns:a16="http://schemas.microsoft.com/office/drawing/2014/main" id="{77A34306-2AE8-43D0-9686-E97B3B53F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5" name="Freeform 15">
              <a:extLst>
                <a:ext uri="{FF2B5EF4-FFF2-40B4-BE49-F238E27FC236}">
                  <a16:creationId xmlns:a16="http://schemas.microsoft.com/office/drawing/2014/main" id="{B9CC10F0-FFCD-4CB9-AF4C-22722D20B7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6" name="Freeform 16">
              <a:extLst>
                <a:ext uri="{FF2B5EF4-FFF2-40B4-BE49-F238E27FC236}">
                  <a16:creationId xmlns:a16="http://schemas.microsoft.com/office/drawing/2014/main" id="{2A6B0E38-C962-4491-BFDA-75378B4D67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" name="Freeform 17">
              <a:extLst>
                <a:ext uri="{FF2B5EF4-FFF2-40B4-BE49-F238E27FC236}">
                  <a16:creationId xmlns:a16="http://schemas.microsoft.com/office/drawing/2014/main" id="{655F640B-8407-487C-8696-F47451478E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" name="Freeform 18">
              <a:extLst>
                <a:ext uri="{FF2B5EF4-FFF2-40B4-BE49-F238E27FC236}">
                  <a16:creationId xmlns:a16="http://schemas.microsoft.com/office/drawing/2014/main" id="{FAB4F099-4FF6-4410-A5B9-2A5355719C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9" name="Freeform 19">
              <a:extLst>
                <a:ext uri="{FF2B5EF4-FFF2-40B4-BE49-F238E27FC236}">
                  <a16:creationId xmlns:a16="http://schemas.microsoft.com/office/drawing/2014/main" id="{6FE80B6E-3DA9-4304-9925-12E578C4E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" name="Freeform 20">
              <a:extLst>
                <a:ext uri="{FF2B5EF4-FFF2-40B4-BE49-F238E27FC236}">
                  <a16:creationId xmlns:a16="http://schemas.microsoft.com/office/drawing/2014/main" id="{67D1CB75-0CBA-4E13-924C-21F221D7BF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1" name="Freeform 21">
              <a:extLst>
                <a:ext uri="{FF2B5EF4-FFF2-40B4-BE49-F238E27FC236}">
                  <a16:creationId xmlns:a16="http://schemas.microsoft.com/office/drawing/2014/main" id="{F2CC783B-FA45-4777-A76A-982B285C7C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2" name="Freeform 22">
              <a:extLst>
                <a:ext uri="{FF2B5EF4-FFF2-40B4-BE49-F238E27FC236}">
                  <a16:creationId xmlns:a16="http://schemas.microsoft.com/office/drawing/2014/main" id="{D68F4DD3-D736-4B78-972E-F5128CFBE7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3" name="Freeform 23">
              <a:extLst>
                <a:ext uri="{FF2B5EF4-FFF2-40B4-BE49-F238E27FC236}">
                  <a16:creationId xmlns:a16="http://schemas.microsoft.com/office/drawing/2014/main" id="{B14AF103-15B3-4796-A71A-297D37E176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4" name="Freeform 24">
              <a:extLst>
                <a:ext uri="{FF2B5EF4-FFF2-40B4-BE49-F238E27FC236}">
                  <a16:creationId xmlns:a16="http://schemas.microsoft.com/office/drawing/2014/main" id="{B0B240FB-0453-4B6F-9F9B-C2C3305AC5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5" name="Freeform 25">
              <a:extLst>
                <a:ext uri="{FF2B5EF4-FFF2-40B4-BE49-F238E27FC236}">
                  <a16:creationId xmlns:a16="http://schemas.microsoft.com/office/drawing/2014/main" id="{EBBBDCEE-433E-40F3-B49D-375CB162A8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6" name="Freeform 26">
              <a:extLst>
                <a:ext uri="{FF2B5EF4-FFF2-40B4-BE49-F238E27FC236}">
                  <a16:creationId xmlns:a16="http://schemas.microsoft.com/office/drawing/2014/main" id="{09B123C6-141E-4A37-B5A7-27E7764FA1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" name="Freeform 27">
              <a:extLst>
                <a:ext uri="{FF2B5EF4-FFF2-40B4-BE49-F238E27FC236}">
                  <a16:creationId xmlns:a16="http://schemas.microsoft.com/office/drawing/2014/main" id="{1FA1F521-36A1-49FF-84A7-229E8970F7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" name="Freeform 28">
              <a:extLst>
                <a:ext uri="{FF2B5EF4-FFF2-40B4-BE49-F238E27FC236}">
                  <a16:creationId xmlns:a16="http://schemas.microsoft.com/office/drawing/2014/main" id="{DE512F89-D901-4487-A42C-02345EC5FC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" name="Freeform 29">
              <a:extLst>
                <a:ext uri="{FF2B5EF4-FFF2-40B4-BE49-F238E27FC236}">
                  <a16:creationId xmlns:a16="http://schemas.microsoft.com/office/drawing/2014/main" id="{ED3ED0E5-3226-4B78-B3EA-C591824B89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" name="Freeform 30">
              <a:extLst>
                <a:ext uri="{FF2B5EF4-FFF2-40B4-BE49-F238E27FC236}">
                  <a16:creationId xmlns:a16="http://schemas.microsoft.com/office/drawing/2014/main" id="{9CBB1F68-B6DE-4ECF-B20F-328F9811E2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" name="Freeform 31">
              <a:extLst>
                <a:ext uri="{FF2B5EF4-FFF2-40B4-BE49-F238E27FC236}">
                  <a16:creationId xmlns:a16="http://schemas.microsoft.com/office/drawing/2014/main" id="{A566C551-9523-4D97-A8CF-5C91F436C5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" name="Freeform 32">
              <a:extLst>
                <a:ext uri="{FF2B5EF4-FFF2-40B4-BE49-F238E27FC236}">
                  <a16:creationId xmlns:a16="http://schemas.microsoft.com/office/drawing/2014/main" id="{9E166BA0-9268-4419-9332-2D30C21239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3" name="Rectangle 332">
              <a:extLst>
                <a:ext uri="{FF2B5EF4-FFF2-40B4-BE49-F238E27FC236}">
                  <a16:creationId xmlns:a16="http://schemas.microsoft.com/office/drawing/2014/main" id="{B700C031-AA54-4DC7-B8A2-2569B3FA65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4" name="Freeform 34">
              <a:extLst>
                <a:ext uri="{FF2B5EF4-FFF2-40B4-BE49-F238E27FC236}">
                  <a16:creationId xmlns:a16="http://schemas.microsoft.com/office/drawing/2014/main" id="{03045EC8-ECC8-473F-8786-DE266F05B1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5" name="Freeform 35">
              <a:extLst>
                <a:ext uri="{FF2B5EF4-FFF2-40B4-BE49-F238E27FC236}">
                  <a16:creationId xmlns:a16="http://schemas.microsoft.com/office/drawing/2014/main" id="{9337EBA2-5088-4A44-8C0B-A6EE78989C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6" name="Freeform 36">
              <a:extLst>
                <a:ext uri="{FF2B5EF4-FFF2-40B4-BE49-F238E27FC236}">
                  <a16:creationId xmlns:a16="http://schemas.microsoft.com/office/drawing/2014/main" id="{3486A705-2593-45C9-A13E-8E2FB7C354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7" name="Freeform 37">
              <a:extLst>
                <a:ext uri="{FF2B5EF4-FFF2-40B4-BE49-F238E27FC236}">
                  <a16:creationId xmlns:a16="http://schemas.microsoft.com/office/drawing/2014/main" id="{F357321C-6DEE-4D02-A997-75E47EE0E0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" name="Freeform 38">
              <a:extLst>
                <a:ext uri="{FF2B5EF4-FFF2-40B4-BE49-F238E27FC236}">
                  <a16:creationId xmlns:a16="http://schemas.microsoft.com/office/drawing/2014/main" id="{D0B8F87F-3530-4BCD-A8E5-C1B83707B5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" name="Freeform 39">
              <a:extLst>
                <a:ext uri="{FF2B5EF4-FFF2-40B4-BE49-F238E27FC236}">
                  <a16:creationId xmlns:a16="http://schemas.microsoft.com/office/drawing/2014/main" id="{5BE86BA3-AB0E-4F70-A552-0D9EB9E98E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" name="Freeform 40">
              <a:extLst>
                <a:ext uri="{FF2B5EF4-FFF2-40B4-BE49-F238E27FC236}">
                  <a16:creationId xmlns:a16="http://schemas.microsoft.com/office/drawing/2014/main" id="{DF5FE773-B9AE-4A3F-8EDC-165CE579BD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1" name="Freeform 41">
              <a:extLst>
                <a:ext uri="{FF2B5EF4-FFF2-40B4-BE49-F238E27FC236}">
                  <a16:creationId xmlns:a16="http://schemas.microsoft.com/office/drawing/2014/main" id="{4A03D7BE-B358-4F8B-85EA-65E0CBF2D1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2" name="Freeform 42">
              <a:extLst>
                <a:ext uri="{FF2B5EF4-FFF2-40B4-BE49-F238E27FC236}">
                  <a16:creationId xmlns:a16="http://schemas.microsoft.com/office/drawing/2014/main" id="{A6548877-0957-435B-A419-389A278E57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3" name="Freeform 43">
              <a:extLst>
                <a:ext uri="{FF2B5EF4-FFF2-40B4-BE49-F238E27FC236}">
                  <a16:creationId xmlns:a16="http://schemas.microsoft.com/office/drawing/2014/main" id="{B2D5EA95-9E60-468A-8DA1-40F05C9BDA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4" name="Freeform 44">
              <a:extLst>
                <a:ext uri="{FF2B5EF4-FFF2-40B4-BE49-F238E27FC236}">
                  <a16:creationId xmlns:a16="http://schemas.microsoft.com/office/drawing/2014/main" id="{C9B409CE-11E5-40D1-8C9B-86614EAE2A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5" name="Rectangle 344">
              <a:extLst>
                <a:ext uri="{FF2B5EF4-FFF2-40B4-BE49-F238E27FC236}">
                  <a16:creationId xmlns:a16="http://schemas.microsoft.com/office/drawing/2014/main" id="{9E594AF5-DB50-4227-AC2F-10EE5233C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6" name="Freeform 46">
              <a:extLst>
                <a:ext uri="{FF2B5EF4-FFF2-40B4-BE49-F238E27FC236}">
                  <a16:creationId xmlns:a16="http://schemas.microsoft.com/office/drawing/2014/main" id="{9335DCAF-74A2-4994-B5BF-1C079A40A5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7" name="Freeform 47">
              <a:extLst>
                <a:ext uri="{FF2B5EF4-FFF2-40B4-BE49-F238E27FC236}">
                  <a16:creationId xmlns:a16="http://schemas.microsoft.com/office/drawing/2014/main" id="{1DC8E1A2-0C6B-4BA9-85F4-3645AED5DE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" name="Freeform 48">
              <a:extLst>
                <a:ext uri="{FF2B5EF4-FFF2-40B4-BE49-F238E27FC236}">
                  <a16:creationId xmlns:a16="http://schemas.microsoft.com/office/drawing/2014/main" id="{28F38DE0-3BEE-441A-8212-E77DA2328A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" name="Freeform 49">
              <a:extLst>
                <a:ext uri="{FF2B5EF4-FFF2-40B4-BE49-F238E27FC236}">
                  <a16:creationId xmlns:a16="http://schemas.microsoft.com/office/drawing/2014/main" id="{AE81208E-D239-496C-A312-506B0241B3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0" name="Freeform 50">
              <a:extLst>
                <a:ext uri="{FF2B5EF4-FFF2-40B4-BE49-F238E27FC236}">
                  <a16:creationId xmlns:a16="http://schemas.microsoft.com/office/drawing/2014/main" id="{242FE966-DDA4-4668-B8D6-C4B0D4C78E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" name="Freeform 51">
              <a:extLst>
                <a:ext uri="{FF2B5EF4-FFF2-40B4-BE49-F238E27FC236}">
                  <a16:creationId xmlns:a16="http://schemas.microsoft.com/office/drawing/2014/main" id="{FB0A5F60-550F-4025-9DCE-6F42A7C064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" name="Freeform 52">
              <a:extLst>
                <a:ext uri="{FF2B5EF4-FFF2-40B4-BE49-F238E27FC236}">
                  <a16:creationId xmlns:a16="http://schemas.microsoft.com/office/drawing/2014/main" id="{D7B61D18-4A61-44C9-A809-40639E8C1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3" name="Freeform 53">
              <a:extLst>
                <a:ext uri="{FF2B5EF4-FFF2-40B4-BE49-F238E27FC236}">
                  <a16:creationId xmlns:a16="http://schemas.microsoft.com/office/drawing/2014/main" id="{CB26E7EB-DC12-4BA7-B5DE-09EF2C1D0A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4" name="Freeform 54">
              <a:extLst>
                <a:ext uri="{FF2B5EF4-FFF2-40B4-BE49-F238E27FC236}">
                  <a16:creationId xmlns:a16="http://schemas.microsoft.com/office/drawing/2014/main" id="{921237B4-9D85-4611-851F-5DBD71544A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5" name="Freeform 55">
              <a:extLst>
                <a:ext uri="{FF2B5EF4-FFF2-40B4-BE49-F238E27FC236}">
                  <a16:creationId xmlns:a16="http://schemas.microsoft.com/office/drawing/2014/main" id="{C91509DE-9FAA-4E84-BCC1-CDDBEA8AC0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6" name="Freeform 56">
              <a:extLst>
                <a:ext uri="{FF2B5EF4-FFF2-40B4-BE49-F238E27FC236}">
                  <a16:creationId xmlns:a16="http://schemas.microsoft.com/office/drawing/2014/main" id="{C7029B06-6A09-4E46-BA86-F3C66DBDD4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7" name="Freeform 57">
              <a:extLst>
                <a:ext uri="{FF2B5EF4-FFF2-40B4-BE49-F238E27FC236}">
                  <a16:creationId xmlns:a16="http://schemas.microsoft.com/office/drawing/2014/main" id="{FF4ACFBF-D1F2-47B1-B0EB-F08C6508BD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" name="Freeform 58">
              <a:extLst>
                <a:ext uri="{FF2B5EF4-FFF2-40B4-BE49-F238E27FC236}">
                  <a16:creationId xmlns:a16="http://schemas.microsoft.com/office/drawing/2014/main" id="{A6FD1991-3A0E-4F63-BAD9-A98C298604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90C29E-BA1C-5DCA-2D38-052B37325F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62519" y="2249487"/>
            <a:ext cx="3084892" cy="354171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sz="1800" b="1" dirty="0"/>
          </a:p>
          <a:p>
            <a:pPr marL="0" indent="0" algn="ctr">
              <a:buNone/>
            </a:pPr>
            <a:endParaRPr lang="en-US" sz="1800" b="1" dirty="0"/>
          </a:p>
          <a:p>
            <a:pPr marL="0" indent="0" algn="ctr">
              <a:buNone/>
            </a:pPr>
            <a:endParaRPr lang="en-US" sz="1800" b="1" dirty="0"/>
          </a:p>
          <a:p>
            <a:pPr marL="0" indent="0" algn="ctr">
              <a:buNone/>
            </a:pPr>
            <a:r>
              <a:rPr lang="en-US" sz="2800" b="1" dirty="0">
                <a:solidFill>
                  <a:schemeClr val="bg2"/>
                </a:solidFill>
              </a:rPr>
              <a:t>Thank You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25769800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ustom 1">
      <a:majorFont>
        <a:latin typeface="Trade Gothic Next Heavy"/>
        <a:ea typeface=""/>
        <a:cs typeface=""/>
      </a:majorFont>
      <a:minorFont>
        <a:latin typeface="Aharoni"/>
        <a:ea typeface=""/>
        <a:cs typeface="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688</TotalTime>
  <Words>501</Words>
  <Application>Microsoft Office PowerPoint</Application>
  <PresentationFormat>Widescreen</PresentationFormat>
  <Paragraphs>114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Abadi</vt:lpstr>
      <vt:lpstr>Aharoni</vt:lpstr>
      <vt:lpstr>Aldhabi</vt:lpstr>
      <vt:lpstr>Arial</vt:lpstr>
      <vt:lpstr>Arial Black</vt:lpstr>
      <vt:lpstr>Arimo</vt:lpstr>
      <vt:lpstr>Trade Gothic Next Heavy</vt:lpstr>
      <vt:lpstr>Tw Cen MT</vt:lpstr>
      <vt:lpstr>Circuit</vt:lpstr>
      <vt:lpstr>Hospitalia Health &amp; Wellness Patient experience analytics &amp; operational Efficiency  </vt:lpstr>
      <vt:lpstr>Presented By</vt:lpstr>
      <vt:lpstr>AGENDA </vt:lpstr>
      <vt:lpstr>PROJECT FOUNDATION (THE 4 WS) What, When, Where and why.</vt:lpstr>
      <vt:lpstr>PROJECT FOUNDATION (THE 4 WS) What, When, Where and why.</vt:lpstr>
      <vt:lpstr>PROJECT FOUNDATION (THE 4 WS) What, When, Where and why.</vt:lpstr>
      <vt:lpstr> Methodology (The 4 Hows) </vt:lpstr>
      <vt:lpstr>Key Analytical Models &amp; Metrics   Statistical Methods &amp; Their Purpose </vt:lpstr>
      <vt:lpstr>Key Analytical Models &amp; Metrics    </vt:lpstr>
      <vt:lpstr>Executive Dashboard &amp; Key Insights   </vt:lpstr>
      <vt:lpstr>Recommendations &amp; Business Impact  Action Plan  </vt:lpstr>
      <vt:lpstr>What We Delivered </vt:lpstr>
      <vt:lpstr>Better data. Better decisions. Better care.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omnia magdy</dc:creator>
  <cp:lastModifiedBy>omnia magdy</cp:lastModifiedBy>
  <cp:revision>34</cp:revision>
  <dcterms:created xsi:type="dcterms:W3CDTF">2026-04-17T18:45:15Z</dcterms:created>
  <dcterms:modified xsi:type="dcterms:W3CDTF">2026-04-18T06:18:13Z</dcterms:modified>
</cp:coreProperties>
</file>